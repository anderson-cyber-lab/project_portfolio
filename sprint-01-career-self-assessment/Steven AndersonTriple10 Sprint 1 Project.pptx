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5143500" cx="9144000"/>
  <p:notesSz cx="6858000" cy="9144000"/>
  <p:embeddedFontLst>
    <p:embeddedFont>
      <p:font typeface="Inter"/>
      <p:regular r:id="rId18"/>
      <p:bold r:id="rId19"/>
      <p:italic r:id="rId20"/>
      <p:boldItalic r:id="rId21"/>
    </p:embeddedFont>
    <p:embeddedFont>
      <p:font typeface="Inter ExtraBold"/>
      <p:bold r:id="rId22"/>
      <p:boldItalic r:id="rId23"/>
    </p:embeddedFont>
    <p:embeddedFont>
      <p:font typeface="Inter Medium"/>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nter-italic.fntdata"/><Relationship Id="rId22" Type="http://schemas.openxmlformats.org/officeDocument/2006/relationships/font" Target="fonts/InterExtraBold-bold.fntdata"/><Relationship Id="rId21" Type="http://schemas.openxmlformats.org/officeDocument/2006/relationships/font" Target="fonts/Inter-boldItalic.fntdata"/><Relationship Id="rId24" Type="http://schemas.openxmlformats.org/officeDocument/2006/relationships/font" Target="fonts/InterMedium-regular.fntdata"/><Relationship Id="rId23" Type="http://schemas.openxmlformats.org/officeDocument/2006/relationships/font" Target="fonts/InterExtraBold-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InterMedium-italic.fntdata"/><Relationship Id="rId25" Type="http://schemas.openxmlformats.org/officeDocument/2006/relationships/font" Target="fonts/InterMedium-bold.fntdata"/><Relationship Id="rId27" Type="http://schemas.openxmlformats.org/officeDocument/2006/relationships/font" Target="fonts/InterMedium-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Inter-bold.fntdata"/><Relationship Id="rId18" Type="http://schemas.openxmlformats.org/officeDocument/2006/relationships/font" Target="fonts/Inter-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04073b74c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304073b74c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04073b74c3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04073b74c3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04159ec1da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04159ec1da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04159ec1da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04159ec1da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04159ec1d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04159ec1d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04159ec1da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04159ec1da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04159ec1da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04159ec1da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04159ec1da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04159ec1da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04159ec1da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04159ec1da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04159ec1da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04159ec1da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04159ec1da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04159ec1da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218d4510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218d4510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218d45107d_1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218d45107d_1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0" name="Shape 50"/>
        <p:cNvGrpSpPr/>
        <p:nvPr/>
      </p:nvGrpSpPr>
      <p:grpSpPr>
        <a:xfrm>
          <a:off x="0" y="0"/>
          <a:ext cx="0" cy="0"/>
          <a:chOff x="0" y="0"/>
          <a:chExt cx="0" cy="0"/>
        </a:xfrm>
      </p:grpSpPr>
      <p:sp>
        <p:nvSpPr>
          <p:cNvPr id="51" name="Google Shape;5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2F1EE"/>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image" Target="../media/image11.png"/><Relationship Id="rId5" Type="http://schemas.openxmlformats.org/officeDocument/2006/relationships/image" Target="../media/image1.png"/><Relationship Id="rId6" Type="http://schemas.openxmlformats.org/officeDocument/2006/relationships/image" Target="../media/image16.png"/><Relationship Id="rId7" Type="http://schemas.openxmlformats.org/officeDocument/2006/relationships/image" Target="../media/image27.png"/><Relationship Id="rId8"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20.png"/><Relationship Id="rId5" Type="http://schemas.openxmlformats.org/officeDocument/2006/relationships/image" Target="../media/image15.png"/><Relationship Id="rId6"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1.png"/><Relationship Id="rId6"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13.png"/><Relationship Id="rId5"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9.png"/><Relationship Id="rId4" Type="http://schemas.openxmlformats.org/officeDocument/2006/relationships/image" Target="../media/image25.png"/><Relationship Id="rId5" Type="http://schemas.openxmlformats.org/officeDocument/2006/relationships/image" Target="../media/image32.png"/><Relationship Id="rId6" Type="http://schemas.openxmlformats.org/officeDocument/2006/relationships/image" Target="../media/image31.png"/></Relationships>
</file>

<file path=ppt/slides/_rels/slide12.x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3.png"/><Relationship Id="rId13" Type="http://schemas.openxmlformats.org/officeDocument/2006/relationships/image" Target="../media/image12.png"/><Relationship Id="rId12" Type="http://schemas.openxmlformats.org/officeDocument/2006/relationships/image" Target="../media/image8.png"/><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24.png"/><Relationship Id="rId9" Type="http://schemas.openxmlformats.org/officeDocument/2006/relationships/image" Target="../media/image10.png"/><Relationship Id="rId15" Type="http://schemas.openxmlformats.org/officeDocument/2006/relationships/image" Target="../media/image19.png"/><Relationship Id="rId14" Type="http://schemas.openxmlformats.org/officeDocument/2006/relationships/image" Target="../media/image13.png"/><Relationship Id="rId17" Type="http://schemas.openxmlformats.org/officeDocument/2006/relationships/image" Target="../media/image18.png"/><Relationship Id="rId16" Type="http://schemas.openxmlformats.org/officeDocument/2006/relationships/image" Target="../media/image22.png"/><Relationship Id="rId5" Type="http://schemas.openxmlformats.org/officeDocument/2006/relationships/image" Target="../media/image21.png"/><Relationship Id="rId19" Type="http://schemas.openxmlformats.org/officeDocument/2006/relationships/image" Target="../media/image17.png"/><Relationship Id="rId6" Type="http://schemas.openxmlformats.org/officeDocument/2006/relationships/image" Target="../media/image14.png"/><Relationship Id="rId18"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4"/>
          <p:cNvSpPr txBox="1"/>
          <p:nvPr>
            <p:ph idx="4294967295" type="ctrTitle"/>
          </p:nvPr>
        </p:nvSpPr>
        <p:spPr>
          <a:xfrm>
            <a:off x="64008" y="638300"/>
            <a:ext cx="8520600" cy="1754700"/>
          </a:xfrm>
          <a:prstGeom prst="rect">
            <a:avLst/>
          </a:prstGeom>
        </p:spPr>
        <p:txBody>
          <a:bodyPr anchorCtr="0" anchor="t" bIns="91425" lIns="91425" spcFirstLastPara="1" rIns="91425" wrap="square" tIns="0">
            <a:spAutoFit/>
          </a:bodyPr>
          <a:lstStyle/>
          <a:p>
            <a:pPr indent="0" lvl="0" marL="0" rtl="0" algn="l">
              <a:lnSpc>
                <a:spcPct val="90000"/>
              </a:lnSpc>
              <a:spcBef>
                <a:spcPts val="0"/>
              </a:spcBef>
              <a:spcAft>
                <a:spcPts val="0"/>
              </a:spcAft>
              <a:buNone/>
            </a:pPr>
            <a:r>
              <a:rPr lang="en" sz="6000">
                <a:solidFill>
                  <a:srgbClr val="1A1A1A"/>
                </a:solidFill>
                <a:latin typeface="Inter ExtraBold"/>
                <a:ea typeface="Inter ExtraBold"/>
                <a:cs typeface="Inter ExtraBold"/>
                <a:sym typeface="Inter ExtraBold"/>
              </a:rPr>
              <a:t>Design elements </a:t>
            </a:r>
            <a:br>
              <a:rPr lang="en" sz="6000">
                <a:solidFill>
                  <a:srgbClr val="1A1A1A"/>
                </a:solidFill>
                <a:latin typeface="Inter ExtraBold"/>
                <a:ea typeface="Inter ExtraBold"/>
                <a:cs typeface="Inter ExtraBold"/>
                <a:sym typeface="Inter ExtraBold"/>
              </a:rPr>
            </a:br>
            <a:r>
              <a:rPr lang="en" sz="6000">
                <a:solidFill>
                  <a:srgbClr val="1A1A1A"/>
                </a:solidFill>
                <a:latin typeface="Inter ExtraBold"/>
                <a:ea typeface="Inter ExtraBold"/>
                <a:cs typeface="Inter ExtraBold"/>
                <a:sym typeface="Inter ExtraBold"/>
              </a:rPr>
              <a:t>for network diagrams</a:t>
            </a:r>
            <a:endParaRPr sz="6000">
              <a:solidFill>
                <a:srgbClr val="1A1A1A"/>
              </a:solidFill>
              <a:latin typeface="Inter ExtraBold"/>
              <a:ea typeface="Inter ExtraBold"/>
              <a:cs typeface="Inter ExtraBold"/>
              <a:sym typeface="Inter ExtraBold"/>
            </a:endParaRPr>
          </a:p>
        </p:txBody>
      </p:sp>
      <p:pic>
        <p:nvPicPr>
          <p:cNvPr id="57" name="Google Shape;57;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8" name="Google Shape;58;p14"/>
          <p:cNvSpPr txBox="1"/>
          <p:nvPr>
            <p:ph idx="4294967295" type="subTitle"/>
          </p:nvPr>
        </p:nvSpPr>
        <p:spPr>
          <a:xfrm>
            <a:off x="152400" y="4600950"/>
            <a:ext cx="8686800" cy="3693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200">
                <a:solidFill>
                  <a:srgbClr val="2A2A2A"/>
                </a:solidFill>
                <a:latin typeface="Inter Medium"/>
                <a:ea typeface="Inter Medium"/>
                <a:cs typeface="Inter Medium"/>
                <a:sym typeface="Inter Medium"/>
              </a:rPr>
              <a:t>CS Sprint 1 | Final Project</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p1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64" name="Google Shape;64;p15"/>
          <p:cNvSpPr txBox="1"/>
          <p:nvPr>
            <p:ph idx="4294967295" type="ctrTitle"/>
          </p:nvPr>
        </p:nvSpPr>
        <p:spPr>
          <a:xfrm>
            <a:off x="96875" y="424975"/>
            <a:ext cx="8520600" cy="800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Instructions for the template</a:t>
            </a:r>
            <a:endParaRPr sz="4000">
              <a:solidFill>
                <a:srgbClr val="1A1A1A"/>
              </a:solidFill>
              <a:latin typeface="Inter ExtraBold"/>
              <a:ea typeface="Inter ExtraBold"/>
              <a:cs typeface="Inter ExtraBold"/>
              <a:sym typeface="Inter ExtraBold"/>
            </a:endParaRPr>
          </a:p>
        </p:txBody>
      </p:sp>
      <p:sp>
        <p:nvSpPr>
          <p:cNvPr id="65" name="Google Shape;65;p15"/>
          <p:cNvSpPr txBox="1"/>
          <p:nvPr>
            <p:ph idx="4294967295" type="subTitle"/>
          </p:nvPr>
        </p:nvSpPr>
        <p:spPr>
          <a:xfrm>
            <a:off x="139800" y="1948300"/>
            <a:ext cx="8520600" cy="2966700"/>
          </a:xfrm>
          <a:prstGeom prst="rect">
            <a:avLst/>
          </a:prstGeom>
        </p:spPr>
        <p:txBody>
          <a:bodyPr anchorCtr="0" anchor="b" bIns="91425" lIns="91425" spcFirstLastPara="1" rIns="91425" wrap="square" tIns="91425">
            <a:noAutofit/>
          </a:bodyPr>
          <a:lstStyle/>
          <a:p>
            <a:pPr indent="-355600" lvl="0" marL="457200" rtl="0" algn="l">
              <a:spcBef>
                <a:spcPts val="0"/>
              </a:spcBef>
              <a:spcAft>
                <a:spcPts val="0"/>
              </a:spcAft>
              <a:buClr>
                <a:srgbClr val="1A1A1A"/>
              </a:buClr>
              <a:buSzPts val="2000"/>
              <a:buFont typeface="Inter"/>
              <a:buAutoNum type="arabicPeriod"/>
            </a:pPr>
            <a:r>
              <a:rPr lang="en" sz="2000">
                <a:solidFill>
                  <a:srgbClr val="1A1A1A"/>
                </a:solidFill>
                <a:latin typeface="Inter"/>
                <a:ea typeface="Inter"/>
                <a:cs typeface="Inter"/>
                <a:sym typeface="Inter"/>
              </a:rPr>
              <a:t>Create a copy of this file.</a:t>
            </a:r>
            <a:endParaRPr sz="2000">
              <a:solidFill>
                <a:srgbClr val="1A1A1A"/>
              </a:solidFill>
              <a:latin typeface="Inter"/>
              <a:ea typeface="Inter"/>
              <a:cs typeface="Inter"/>
              <a:sym typeface="Inter"/>
            </a:endParaRPr>
          </a:p>
          <a:p>
            <a:pPr indent="-355600" lvl="0" marL="457200" rtl="0" algn="l">
              <a:spcBef>
                <a:spcPts val="0"/>
              </a:spcBef>
              <a:spcAft>
                <a:spcPts val="0"/>
              </a:spcAft>
              <a:buClr>
                <a:srgbClr val="1A1A1A"/>
              </a:buClr>
              <a:buSzPts val="2000"/>
              <a:buFont typeface="Inter"/>
              <a:buAutoNum type="arabicPeriod"/>
            </a:pPr>
            <a:r>
              <a:rPr lang="en" sz="2000">
                <a:solidFill>
                  <a:srgbClr val="1A1A1A"/>
                </a:solidFill>
                <a:latin typeface="Inter"/>
                <a:ea typeface="Inter"/>
                <a:cs typeface="Inter"/>
                <a:sym typeface="Inter"/>
              </a:rPr>
              <a:t>Use the elements from this file for your “Tempus Fugit” Project. </a:t>
            </a:r>
            <a:endParaRPr sz="2000">
              <a:solidFill>
                <a:srgbClr val="1A1A1A"/>
              </a:solidFill>
              <a:latin typeface="Inter"/>
              <a:ea typeface="Inter"/>
              <a:cs typeface="Inter"/>
              <a:sym typeface="Inter"/>
            </a:endParaRPr>
          </a:p>
          <a:p>
            <a:pPr indent="-355600" lvl="0" marL="457200" rtl="0" algn="l">
              <a:spcBef>
                <a:spcPts val="0"/>
              </a:spcBef>
              <a:spcAft>
                <a:spcPts val="0"/>
              </a:spcAft>
              <a:buClr>
                <a:srgbClr val="1A1A1A"/>
              </a:buClr>
              <a:buSzPts val="2000"/>
              <a:buFont typeface="Inter"/>
              <a:buAutoNum type="arabicPeriod"/>
            </a:pPr>
            <a:r>
              <a:rPr lang="en" sz="2000">
                <a:solidFill>
                  <a:srgbClr val="1A1A1A"/>
                </a:solidFill>
                <a:latin typeface="Inter"/>
                <a:ea typeface="Inter"/>
                <a:cs typeface="Inter"/>
                <a:sym typeface="Inter"/>
              </a:rPr>
              <a:t>If you’ve deleted any icons or slides from your own copy, you can easily copy and paste necessary slides from here.</a:t>
            </a:r>
            <a:endParaRPr sz="2000">
              <a:solidFill>
                <a:srgbClr val="1A1A1A"/>
              </a:solidFill>
              <a:latin typeface="Inter"/>
              <a:ea typeface="Inter"/>
              <a:cs typeface="Inter"/>
              <a:sym typeface="Inter"/>
            </a:endParaRPr>
          </a:p>
          <a:p>
            <a:pPr indent="-355600" lvl="0" marL="457200" rtl="0" algn="l">
              <a:spcBef>
                <a:spcPts val="0"/>
              </a:spcBef>
              <a:spcAft>
                <a:spcPts val="0"/>
              </a:spcAft>
              <a:buClr>
                <a:srgbClr val="1A1A1A"/>
              </a:buClr>
              <a:buSzPts val="2000"/>
              <a:buFont typeface="Inter"/>
              <a:buAutoNum type="arabicPeriod"/>
            </a:pPr>
            <a:r>
              <a:rPr lang="en" sz="2000">
                <a:solidFill>
                  <a:srgbClr val="1A1A1A"/>
                </a:solidFill>
                <a:latin typeface="Inter"/>
                <a:ea typeface="Inter"/>
                <a:cs typeface="Inter"/>
                <a:sym typeface="Inter"/>
              </a:rPr>
              <a:t>When you paste any text from another source, please use the “match destination </a:t>
            </a:r>
            <a:r>
              <a:rPr lang="en" sz="2000">
                <a:solidFill>
                  <a:srgbClr val="1A1A1A"/>
                </a:solidFill>
                <a:latin typeface="Inter"/>
                <a:ea typeface="Inter"/>
                <a:cs typeface="Inter"/>
                <a:sym typeface="Inter"/>
              </a:rPr>
              <a:t>formatting</a:t>
            </a:r>
            <a:r>
              <a:rPr lang="en" sz="2000">
                <a:solidFill>
                  <a:srgbClr val="1A1A1A"/>
                </a:solidFill>
                <a:latin typeface="Inter"/>
                <a:ea typeface="Inter"/>
                <a:cs typeface="Inter"/>
                <a:sym typeface="Inter"/>
              </a:rPr>
              <a:t>” option to keep your project’s style consistent.</a:t>
            </a:r>
            <a:endParaRPr sz="2000">
              <a:solidFill>
                <a:srgbClr val="1A1A1A"/>
              </a:solidFill>
              <a:latin typeface="Inter"/>
              <a:ea typeface="Inter"/>
              <a:cs typeface="Inter"/>
              <a:sym typeface="Inter"/>
            </a:endParaRPr>
          </a:p>
          <a:p>
            <a:pPr indent="-355600" lvl="0" marL="457200" rtl="0" algn="l">
              <a:spcBef>
                <a:spcPts val="0"/>
              </a:spcBef>
              <a:spcAft>
                <a:spcPts val="0"/>
              </a:spcAft>
              <a:buClr>
                <a:srgbClr val="1A1A1A"/>
              </a:buClr>
              <a:buSzPts val="2000"/>
              <a:buFont typeface="Inter"/>
              <a:buAutoNum type="arabicPeriod"/>
            </a:pPr>
            <a:r>
              <a:rPr lang="en" sz="2000">
                <a:solidFill>
                  <a:srgbClr val="1A1A1A"/>
                </a:solidFill>
                <a:latin typeface="Inter"/>
                <a:ea typeface="Inter"/>
                <a:cs typeface="Inter"/>
                <a:sym typeface="Inter"/>
              </a:rPr>
              <a:t>Enjoy!</a:t>
            </a:r>
            <a:endParaRPr sz="2000">
              <a:solidFill>
                <a:srgbClr val="1A1A1A"/>
              </a:solidFill>
              <a:latin typeface="Inter"/>
              <a:ea typeface="Inter"/>
              <a:cs typeface="Inter"/>
              <a:sym typeface="Inter"/>
            </a:endParaRPr>
          </a:p>
        </p:txBody>
      </p:sp>
      <p:sp>
        <p:nvSpPr>
          <p:cNvPr id="66" name="Google Shape;66;p15"/>
          <p:cNvSpPr txBox="1"/>
          <p:nvPr/>
        </p:nvSpPr>
        <p:spPr>
          <a:xfrm>
            <a:off x="139800" y="1114250"/>
            <a:ext cx="3876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rgbClr val="1A1A1A"/>
                </a:solidFill>
                <a:latin typeface="Inter"/>
                <a:ea typeface="Inter"/>
                <a:cs typeface="Inter"/>
                <a:sym typeface="Inter"/>
              </a:rPr>
              <a:t>Do not change this file!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p:nvPr/>
        </p:nvSpPr>
        <p:spPr>
          <a:xfrm>
            <a:off x="264575" y="3082400"/>
            <a:ext cx="8585700" cy="1693200"/>
          </a:xfrm>
          <a:prstGeom prst="roundRect">
            <a:avLst>
              <a:gd fmla="val 974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16"/>
          <p:cNvSpPr txBox="1"/>
          <p:nvPr>
            <p:ph idx="4294967295" type="ctrTitle"/>
          </p:nvPr>
        </p:nvSpPr>
        <p:spPr>
          <a:xfrm>
            <a:off x="85725" y="1021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latin typeface="Inter ExtraBold"/>
                <a:ea typeface="Inter ExtraBold"/>
                <a:cs typeface="Inter ExtraBold"/>
                <a:sym typeface="Inter ExtraBold"/>
              </a:rPr>
              <a:t>Devices</a:t>
            </a:r>
            <a:endParaRPr sz="4000">
              <a:solidFill>
                <a:srgbClr val="1A1A1A"/>
              </a:solidFill>
              <a:latin typeface="Inter ExtraBold"/>
              <a:ea typeface="Inter ExtraBold"/>
              <a:cs typeface="Inter ExtraBold"/>
              <a:sym typeface="Inter ExtraBold"/>
            </a:endParaRPr>
          </a:p>
        </p:txBody>
      </p:sp>
      <p:pic>
        <p:nvPicPr>
          <p:cNvPr id="73" name="Google Shape;73;p16"/>
          <p:cNvPicPr preferRelativeResize="0"/>
          <p:nvPr/>
        </p:nvPicPr>
        <p:blipFill rotWithShape="1">
          <a:blip r:embed="rId3">
            <a:alphaModFix/>
          </a:blip>
          <a:srcRect b="0" l="288" r="298" t="0"/>
          <a:stretch/>
        </p:blipFill>
        <p:spPr>
          <a:xfrm>
            <a:off x="663450" y="993250"/>
            <a:ext cx="1825752" cy="1278025"/>
          </a:xfrm>
          <a:prstGeom prst="rect">
            <a:avLst/>
          </a:prstGeom>
          <a:noFill/>
          <a:ln>
            <a:noFill/>
          </a:ln>
        </p:spPr>
      </p:pic>
      <p:pic>
        <p:nvPicPr>
          <p:cNvPr id="74" name="Google Shape;74;p16"/>
          <p:cNvPicPr preferRelativeResize="0"/>
          <p:nvPr/>
        </p:nvPicPr>
        <p:blipFill rotWithShape="1">
          <a:blip r:embed="rId4">
            <a:alphaModFix/>
          </a:blip>
          <a:srcRect b="13851" l="13649" r="12811" t="13098"/>
          <a:stretch/>
        </p:blipFill>
        <p:spPr>
          <a:xfrm>
            <a:off x="512125" y="3273125"/>
            <a:ext cx="1333750" cy="1324850"/>
          </a:xfrm>
          <a:prstGeom prst="rect">
            <a:avLst/>
          </a:prstGeom>
          <a:noFill/>
          <a:ln>
            <a:noFill/>
          </a:ln>
        </p:spPr>
      </p:pic>
      <p:pic>
        <p:nvPicPr>
          <p:cNvPr id="75" name="Google Shape;75;p16"/>
          <p:cNvPicPr preferRelativeResize="0"/>
          <p:nvPr/>
        </p:nvPicPr>
        <p:blipFill rotWithShape="1">
          <a:blip r:embed="rId5">
            <a:alphaModFix/>
          </a:blip>
          <a:srcRect b="249" l="0" r="0" t="249"/>
          <a:stretch/>
        </p:blipFill>
        <p:spPr>
          <a:xfrm>
            <a:off x="3400342" y="1097957"/>
            <a:ext cx="2019066" cy="1068601"/>
          </a:xfrm>
          <a:prstGeom prst="rect">
            <a:avLst/>
          </a:prstGeom>
          <a:noFill/>
          <a:ln>
            <a:noFill/>
          </a:ln>
        </p:spPr>
      </p:pic>
      <p:pic>
        <p:nvPicPr>
          <p:cNvPr id="76" name="Google Shape;76;p16"/>
          <p:cNvPicPr preferRelativeResize="0"/>
          <p:nvPr/>
        </p:nvPicPr>
        <p:blipFill rotWithShape="1">
          <a:blip r:embed="rId6">
            <a:alphaModFix/>
          </a:blip>
          <a:srcRect b="0" l="0" r="0" t="0"/>
          <a:stretch/>
        </p:blipFill>
        <p:spPr>
          <a:xfrm>
            <a:off x="2141166" y="3332989"/>
            <a:ext cx="1192039" cy="1192021"/>
          </a:xfrm>
          <a:prstGeom prst="rect">
            <a:avLst/>
          </a:prstGeom>
          <a:noFill/>
          <a:ln>
            <a:noFill/>
          </a:ln>
        </p:spPr>
      </p:pic>
      <p:pic>
        <p:nvPicPr>
          <p:cNvPr id="77" name="Google Shape;77;p16"/>
          <p:cNvPicPr preferRelativeResize="0"/>
          <p:nvPr/>
        </p:nvPicPr>
        <p:blipFill rotWithShape="1">
          <a:blip r:embed="rId7">
            <a:alphaModFix/>
          </a:blip>
          <a:srcRect b="249" l="0" r="0" t="249"/>
          <a:stretch/>
        </p:blipFill>
        <p:spPr>
          <a:xfrm>
            <a:off x="6330547" y="1097962"/>
            <a:ext cx="2029806" cy="1068601"/>
          </a:xfrm>
          <a:prstGeom prst="rect">
            <a:avLst/>
          </a:prstGeom>
          <a:noFill/>
          <a:ln>
            <a:noFill/>
          </a:ln>
        </p:spPr>
      </p:pic>
      <p:pic>
        <p:nvPicPr>
          <p:cNvPr id="78" name="Google Shape;78;p16"/>
          <p:cNvPicPr preferRelativeResize="0"/>
          <p:nvPr/>
        </p:nvPicPr>
        <p:blipFill rotWithShape="1">
          <a:blip r:embed="rId8">
            <a:alphaModFix/>
          </a:blip>
          <a:srcRect b="0" l="0" r="0" t="0"/>
          <a:stretch/>
        </p:blipFill>
        <p:spPr>
          <a:xfrm>
            <a:off x="3691226" y="3346452"/>
            <a:ext cx="1192039" cy="1192021"/>
          </a:xfrm>
          <a:prstGeom prst="rect">
            <a:avLst/>
          </a:prstGeom>
          <a:noFill/>
          <a:ln>
            <a:noFill/>
          </a:ln>
        </p:spPr>
      </p:pic>
      <p:sp>
        <p:nvSpPr>
          <p:cNvPr id="79" name="Google Shape;79;p16"/>
          <p:cNvSpPr txBox="1"/>
          <p:nvPr/>
        </p:nvSpPr>
        <p:spPr>
          <a:xfrm>
            <a:off x="780200" y="2369075"/>
            <a:ext cx="15813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Router</a:t>
            </a:r>
            <a:endParaRPr/>
          </a:p>
        </p:txBody>
      </p:sp>
      <p:sp>
        <p:nvSpPr>
          <p:cNvPr id="80" name="Google Shape;80;p16"/>
          <p:cNvSpPr txBox="1"/>
          <p:nvPr/>
        </p:nvSpPr>
        <p:spPr>
          <a:xfrm>
            <a:off x="3400338" y="2369075"/>
            <a:ext cx="15813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Switch</a:t>
            </a:r>
            <a:endParaRPr/>
          </a:p>
        </p:txBody>
      </p:sp>
      <p:sp>
        <p:nvSpPr>
          <p:cNvPr id="81" name="Google Shape;81;p16"/>
          <p:cNvSpPr txBox="1"/>
          <p:nvPr/>
        </p:nvSpPr>
        <p:spPr>
          <a:xfrm>
            <a:off x="6330550" y="2369075"/>
            <a:ext cx="15813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Hub</a:t>
            </a:r>
            <a:endParaRPr/>
          </a:p>
        </p:txBody>
      </p:sp>
      <p:sp>
        <p:nvSpPr>
          <p:cNvPr id="82" name="Google Shape;82;p16"/>
          <p:cNvSpPr txBox="1"/>
          <p:nvPr/>
        </p:nvSpPr>
        <p:spPr>
          <a:xfrm>
            <a:off x="5146125" y="3826250"/>
            <a:ext cx="3704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Inter"/>
                <a:ea typeface="Inter"/>
                <a:cs typeface="Inter"/>
                <a:sym typeface="Inter"/>
              </a:rPr>
              <a:t>If you need to make a complicated design, use these simplified icons </a:t>
            </a:r>
            <a:br>
              <a:rPr lang="en">
                <a:solidFill>
                  <a:schemeClr val="dk2"/>
                </a:solidFill>
                <a:latin typeface="Inter"/>
                <a:ea typeface="Inter"/>
                <a:cs typeface="Inter"/>
                <a:sym typeface="Inter"/>
              </a:rPr>
            </a:br>
            <a:r>
              <a:rPr lang="en">
                <a:solidFill>
                  <a:schemeClr val="dk2"/>
                </a:solidFill>
                <a:latin typeface="Inter"/>
                <a:ea typeface="Inter"/>
                <a:cs typeface="Inter"/>
                <a:sym typeface="Inter"/>
              </a:rPr>
              <a:t>to keep the diagram clean and readable</a:t>
            </a:r>
            <a:endParaRPr>
              <a:solidFill>
                <a:schemeClr val="dk2"/>
              </a:solidFill>
              <a:latin typeface="Inter"/>
              <a:ea typeface="Inter"/>
              <a:cs typeface="Inter"/>
              <a:sym typeface="Inter"/>
            </a:endParaRPr>
          </a:p>
        </p:txBody>
      </p:sp>
      <p:pic>
        <p:nvPicPr>
          <p:cNvPr id="83" name="Google Shape;83;p16"/>
          <p:cNvPicPr preferRelativeResize="0"/>
          <p:nvPr/>
        </p:nvPicPr>
        <p:blipFill rotWithShape="1">
          <a:blip r:embed="rId9">
            <a:alphaModFix/>
          </a:blip>
          <a:srcRect b="0" l="0" r="0" t="0"/>
          <a:stretch/>
        </p:blipFill>
        <p:spPr>
          <a:xfrm>
            <a:off x="5241300" y="3346450"/>
            <a:ext cx="355850" cy="355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idx="4294967295" type="ctrTitle"/>
          </p:nvPr>
        </p:nvSpPr>
        <p:spPr>
          <a:xfrm>
            <a:off x="85725" y="1021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latin typeface="Inter ExtraBold"/>
                <a:ea typeface="Inter ExtraBold"/>
                <a:cs typeface="Inter ExtraBold"/>
                <a:sym typeface="Inter ExtraBold"/>
              </a:rPr>
              <a:t>Devices</a:t>
            </a:r>
            <a:endParaRPr sz="4000">
              <a:solidFill>
                <a:srgbClr val="1A1A1A"/>
              </a:solidFill>
              <a:latin typeface="Inter ExtraBold"/>
              <a:ea typeface="Inter ExtraBold"/>
              <a:cs typeface="Inter ExtraBold"/>
              <a:sym typeface="Inter ExtraBold"/>
            </a:endParaRPr>
          </a:p>
        </p:txBody>
      </p:sp>
      <p:pic>
        <p:nvPicPr>
          <p:cNvPr id="89" name="Google Shape;89;p17"/>
          <p:cNvPicPr preferRelativeResize="0"/>
          <p:nvPr/>
        </p:nvPicPr>
        <p:blipFill rotWithShape="1">
          <a:blip r:embed="rId3">
            <a:alphaModFix/>
          </a:blip>
          <a:srcRect b="0" l="219" r="209" t="0"/>
          <a:stretch/>
        </p:blipFill>
        <p:spPr>
          <a:xfrm>
            <a:off x="491800" y="2527293"/>
            <a:ext cx="1712134" cy="1660244"/>
          </a:xfrm>
          <a:prstGeom prst="rect">
            <a:avLst/>
          </a:prstGeom>
          <a:noFill/>
          <a:ln>
            <a:noFill/>
          </a:ln>
        </p:spPr>
      </p:pic>
      <p:pic>
        <p:nvPicPr>
          <p:cNvPr id="90" name="Google Shape;90;p17"/>
          <p:cNvPicPr preferRelativeResize="0"/>
          <p:nvPr/>
        </p:nvPicPr>
        <p:blipFill rotWithShape="1">
          <a:blip r:embed="rId4">
            <a:alphaModFix/>
          </a:blip>
          <a:srcRect b="0" l="0" r="0" t="0"/>
          <a:stretch/>
        </p:blipFill>
        <p:spPr>
          <a:xfrm>
            <a:off x="6801041" y="2707669"/>
            <a:ext cx="1597893" cy="1583121"/>
          </a:xfrm>
          <a:prstGeom prst="rect">
            <a:avLst/>
          </a:prstGeom>
          <a:noFill/>
          <a:ln>
            <a:noFill/>
          </a:ln>
        </p:spPr>
      </p:pic>
      <p:pic>
        <p:nvPicPr>
          <p:cNvPr id="91" name="Google Shape;91;p17"/>
          <p:cNvPicPr preferRelativeResize="0"/>
          <p:nvPr/>
        </p:nvPicPr>
        <p:blipFill rotWithShape="1">
          <a:blip r:embed="rId5">
            <a:alphaModFix/>
          </a:blip>
          <a:srcRect b="416" l="0" r="0" t="426"/>
          <a:stretch/>
        </p:blipFill>
        <p:spPr>
          <a:xfrm>
            <a:off x="3653941" y="2849489"/>
            <a:ext cx="1384159" cy="1299486"/>
          </a:xfrm>
          <a:prstGeom prst="rect">
            <a:avLst/>
          </a:prstGeom>
          <a:noFill/>
          <a:ln>
            <a:noFill/>
          </a:ln>
        </p:spPr>
      </p:pic>
      <p:pic>
        <p:nvPicPr>
          <p:cNvPr id="92" name="Google Shape;92;p17"/>
          <p:cNvPicPr preferRelativeResize="0"/>
          <p:nvPr/>
        </p:nvPicPr>
        <p:blipFill rotWithShape="1">
          <a:blip r:embed="rId6">
            <a:alphaModFix/>
          </a:blip>
          <a:srcRect b="0" l="0" r="0" t="0"/>
          <a:stretch/>
        </p:blipFill>
        <p:spPr>
          <a:xfrm>
            <a:off x="2235192" y="529899"/>
            <a:ext cx="1234945" cy="1299486"/>
          </a:xfrm>
          <a:prstGeom prst="rect">
            <a:avLst/>
          </a:prstGeom>
          <a:noFill/>
          <a:ln>
            <a:noFill/>
          </a:ln>
        </p:spPr>
      </p:pic>
      <p:pic>
        <p:nvPicPr>
          <p:cNvPr id="93" name="Google Shape;93;p17"/>
          <p:cNvPicPr preferRelativeResize="0"/>
          <p:nvPr/>
        </p:nvPicPr>
        <p:blipFill rotWithShape="1">
          <a:blip r:embed="rId7">
            <a:alphaModFix/>
          </a:blip>
          <a:srcRect b="0" l="0" r="0" t="0"/>
          <a:stretch/>
        </p:blipFill>
        <p:spPr>
          <a:xfrm>
            <a:off x="4646422" y="529899"/>
            <a:ext cx="2335786" cy="1418440"/>
          </a:xfrm>
          <a:prstGeom prst="rect">
            <a:avLst/>
          </a:prstGeom>
          <a:noFill/>
          <a:ln>
            <a:noFill/>
          </a:ln>
        </p:spPr>
      </p:pic>
      <p:sp>
        <p:nvSpPr>
          <p:cNvPr id="94" name="Google Shape;94;p17"/>
          <p:cNvSpPr txBox="1"/>
          <p:nvPr/>
        </p:nvSpPr>
        <p:spPr>
          <a:xfrm>
            <a:off x="2100281" y="2044982"/>
            <a:ext cx="1504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Phone</a:t>
            </a:r>
            <a:endParaRPr/>
          </a:p>
        </p:txBody>
      </p:sp>
      <p:sp>
        <p:nvSpPr>
          <p:cNvPr id="95" name="Google Shape;95;p17"/>
          <p:cNvSpPr txBox="1"/>
          <p:nvPr/>
        </p:nvSpPr>
        <p:spPr>
          <a:xfrm>
            <a:off x="4704949" y="2044982"/>
            <a:ext cx="2218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User Devices</a:t>
            </a:r>
            <a:endParaRPr/>
          </a:p>
        </p:txBody>
      </p:sp>
      <p:sp>
        <p:nvSpPr>
          <p:cNvPr id="96" name="Google Shape;96;p17"/>
          <p:cNvSpPr txBox="1"/>
          <p:nvPr/>
        </p:nvSpPr>
        <p:spPr>
          <a:xfrm>
            <a:off x="491801" y="4339919"/>
            <a:ext cx="1504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Firewall</a:t>
            </a:r>
            <a:endParaRPr/>
          </a:p>
        </p:txBody>
      </p:sp>
      <p:sp>
        <p:nvSpPr>
          <p:cNvPr id="97" name="Google Shape;97;p17"/>
          <p:cNvSpPr txBox="1"/>
          <p:nvPr/>
        </p:nvSpPr>
        <p:spPr>
          <a:xfrm>
            <a:off x="2849324" y="4339925"/>
            <a:ext cx="2993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Wi-Fi access point</a:t>
            </a:r>
            <a:endParaRPr/>
          </a:p>
        </p:txBody>
      </p:sp>
      <p:sp>
        <p:nvSpPr>
          <p:cNvPr id="98" name="Google Shape;98;p17"/>
          <p:cNvSpPr txBox="1"/>
          <p:nvPr/>
        </p:nvSpPr>
        <p:spPr>
          <a:xfrm>
            <a:off x="6847589" y="4339919"/>
            <a:ext cx="1504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Printer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cxnSp>
        <p:nvCxnSpPr>
          <p:cNvPr id="103" name="Google Shape;103;p18"/>
          <p:cNvCxnSpPr/>
          <p:nvPr/>
        </p:nvCxnSpPr>
        <p:spPr>
          <a:xfrm rot="10800000">
            <a:off x="7608225" y="1623938"/>
            <a:ext cx="3900" cy="781500"/>
          </a:xfrm>
          <a:prstGeom prst="straightConnector1">
            <a:avLst/>
          </a:prstGeom>
          <a:noFill/>
          <a:ln cap="flat" cmpd="sng" w="9525">
            <a:solidFill>
              <a:srgbClr val="1A1A1A"/>
            </a:solidFill>
            <a:prstDash val="solid"/>
            <a:round/>
            <a:headEnd len="med" w="med" type="none"/>
            <a:tailEnd len="med" w="med" type="none"/>
          </a:ln>
        </p:spPr>
      </p:cxnSp>
      <p:cxnSp>
        <p:nvCxnSpPr>
          <p:cNvPr id="104" name="Google Shape;104;p18"/>
          <p:cNvCxnSpPr/>
          <p:nvPr/>
        </p:nvCxnSpPr>
        <p:spPr>
          <a:xfrm rot="10800000">
            <a:off x="7731400" y="2564050"/>
            <a:ext cx="393600" cy="512100"/>
          </a:xfrm>
          <a:prstGeom prst="straightConnector1">
            <a:avLst/>
          </a:prstGeom>
          <a:noFill/>
          <a:ln cap="flat" cmpd="sng" w="9525">
            <a:solidFill>
              <a:srgbClr val="1A1A1A"/>
            </a:solidFill>
            <a:prstDash val="solid"/>
            <a:round/>
            <a:headEnd len="med" w="med" type="none"/>
            <a:tailEnd len="med" w="med" type="none"/>
          </a:ln>
        </p:spPr>
      </p:cxnSp>
      <p:cxnSp>
        <p:nvCxnSpPr>
          <p:cNvPr id="105" name="Google Shape;105;p18"/>
          <p:cNvCxnSpPr/>
          <p:nvPr/>
        </p:nvCxnSpPr>
        <p:spPr>
          <a:xfrm flipH="1" rot="10800000">
            <a:off x="7136800" y="2487350"/>
            <a:ext cx="403200" cy="599700"/>
          </a:xfrm>
          <a:prstGeom prst="straightConnector1">
            <a:avLst/>
          </a:prstGeom>
          <a:noFill/>
          <a:ln cap="flat" cmpd="sng" w="9525">
            <a:solidFill>
              <a:srgbClr val="1A1A1A"/>
            </a:solidFill>
            <a:prstDash val="solid"/>
            <a:round/>
            <a:headEnd len="med" w="med" type="none"/>
            <a:tailEnd len="med" w="med" type="none"/>
          </a:ln>
        </p:spPr>
      </p:cxnSp>
      <p:cxnSp>
        <p:nvCxnSpPr>
          <p:cNvPr id="106" name="Google Shape;106;p18"/>
          <p:cNvCxnSpPr/>
          <p:nvPr/>
        </p:nvCxnSpPr>
        <p:spPr>
          <a:xfrm>
            <a:off x="6864363" y="2414700"/>
            <a:ext cx="1491600" cy="0"/>
          </a:xfrm>
          <a:prstGeom prst="straightConnector1">
            <a:avLst/>
          </a:prstGeom>
          <a:noFill/>
          <a:ln cap="flat" cmpd="sng" w="9525">
            <a:solidFill>
              <a:srgbClr val="1A1A1A"/>
            </a:solidFill>
            <a:prstDash val="solid"/>
            <a:round/>
            <a:headEnd len="med" w="med" type="none"/>
            <a:tailEnd len="med" w="med" type="none"/>
          </a:ln>
        </p:spPr>
      </p:cxnSp>
      <p:sp>
        <p:nvSpPr>
          <p:cNvPr id="107" name="Google Shape;107;p18"/>
          <p:cNvSpPr txBox="1"/>
          <p:nvPr>
            <p:ph idx="4294967295" type="ctrTitle"/>
          </p:nvPr>
        </p:nvSpPr>
        <p:spPr>
          <a:xfrm>
            <a:off x="85725" y="1021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latin typeface="Inter ExtraBold"/>
                <a:ea typeface="Inter ExtraBold"/>
                <a:cs typeface="Inter ExtraBold"/>
                <a:sym typeface="Inter ExtraBold"/>
              </a:rPr>
              <a:t>Topologies</a:t>
            </a:r>
            <a:endParaRPr>
              <a:solidFill>
                <a:schemeClr val="accent2"/>
              </a:solidFill>
              <a:latin typeface="Inter ExtraBold"/>
              <a:ea typeface="Inter ExtraBold"/>
              <a:cs typeface="Inter ExtraBold"/>
              <a:sym typeface="Inter ExtraBold"/>
            </a:endParaRPr>
          </a:p>
        </p:txBody>
      </p:sp>
      <p:sp>
        <p:nvSpPr>
          <p:cNvPr id="108" name="Google Shape;108;p18"/>
          <p:cNvSpPr/>
          <p:nvPr/>
        </p:nvSpPr>
        <p:spPr>
          <a:xfrm>
            <a:off x="469150" y="1527375"/>
            <a:ext cx="2000100" cy="2000100"/>
          </a:xfrm>
          <a:prstGeom prst="ellipse">
            <a:avLst/>
          </a:prstGeom>
          <a:no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9" name="Google Shape;109;p18"/>
          <p:cNvPicPr preferRelativeResize="0"/>
          <p:nvPr/>
        </p:nvPicPr>
        <p:blipFill>
          <a:blip r:embed="rId3">
            <a:alphaModFix/>
          </a:blip>
          <a:stretch>
            <a:fillRect/>
          </a:stretch>
        </p:blipFill>
        <p:spPr>
          <a:xfrm>
            <a:off x="575813" y="1451175"/>
            <a:ext cx="715750" cy="447925"/>
          </a:xfrm>
          <a:prstGeom prst="rect">
            <a:avLst/>
          </a:prstGeom>
          <a:noFill/>
          <a:ln>
            <a:noFill/>
          </a:ln>
        </p:spPr>
      </p:pic>
      <p:grpSp>
        <p:nvGrpSpPr>
          <p:cNvPr id="110" name="Google Shape;110;p18"/>
          <p:cNvGrpSpPr/>
          <p:nvPr/>
        </p:nvGrpSpPr>
        <p:grpSpPr>
          <a:xfrm>
            <a:off x="3374063" y="1999575"/>
            <a:ext cx="2340000" cy="824400"/>
            <a:chOff x="3292825" y="1599775"/>
            <a:chExt cx="2340000" cy="824400"/>
          </a:xfrm>
        </p:grpSpPr>
        <p:cxnSp>
          <p:nvCxnSpPr>
            <p:cNvPr id="111" name="Google Shape;111;p18"/>
            <p:cNvCxnSpPr/>
            <p:nvPr/>
          </p:nvCxnSpPr>
          <p:spPr>
            <a:xfrm>
              <a:off x="3292825" y="2011975"/>
              <a:ext cx="2340000" cy="0"/>
            </a:xfrm>
            <a:prstGeom prst="straightConnector1">
              <a:avLst/>
            </a:prstGeom>
            <a:noFill/>
            <a:ln cap="flat" cmpd="sng" w="9525">
              <a:solidFill>
                <a:srgbClr val="1A1A1A"/>
              </a:solidFill>
              <a:prstDash val="solid"/>
              <a:round/>
              <a:headEnd len="med" w="med" type="none"/>
              <a:tailEnd len="med" w="med" type="none"/>
            </a:ln>
          </p:spPr>
        </p:cxnSp>
        <p:cxnSp>
          <p:nvCxnSpPr>
            <p:cNvPr id="112" name="Google Shape;112;p18"/>
            <p:cNvCxnSpPr/>
            <p:nvPr/>
          </p:nvCxnSpPr>
          <p:spPr>
            <a:xfrm rot="10800000">
              <a:off x="3731975" y="1599775"/>
              <a:ext cx="0" cy="412200"/>
            </a:xfrm>
            <a:prstGeom prst="straightConnector1">
              <a:avLst/>
            </a:prstGeom>
            <a:noFill/>
            <a:ln cap="flat" cmpd="sng" w="9525">
              <a:solidFill>
                <a:srgbClr val="1A1A1A"/>
              </a:solidFill>
              <a:prstDash val="solid"/>
              <a:round/>
              <a:headEnd len="med" w="med" type="none"/>
              <a:tailEnd len="med" w="med" type="none"/>
            </a:ln>
          </p:spPr>
        </p:cxnSp>
        <p:cxnSp>
          <p:nvCxnSpPr>
            <p:cNvPr id="113" name="Google Shape;113;p18"/>
            <p:cNvCxnSpPr/>
            <p:nvPr/>
          </p:nvCxnSpPr>
          <p:spPr>
            <a:xfrm rot="10800000">
              <a:off x="4217375" y="2011975"/>
              <a:ext cx="0" cy="412200"/>
            </a:xfrm>
            <a:prstGeom prst="straightConnector1">
              <a:avLst/>
            </a:prstGeom>
            <a:noFill/>
            <a:ln cap="flat" cmpd="sng" w="9525">
              <a:solidFill>
                <a:srgbClr val="1A1A1A"/>
              </a:solidFill>
              <a:prstDash val="solid"/>
              <a:round/>
              <a:headEnd len="med" w="med" type="none"/>
              <a:tailEnd len="med" w="med" type="none"/>
            </a:ln>
          </p:spPr>
        </p:cxnSp>
        <p:cxnSp>
          <p:nvCxnSpPr>
            <p:cNvPr id="114" name="Google Shape;114;p18"/>
            <p:cNvCxnSpPr/>
            <p:nvPr/>
          </p:nvCxnSpPr>
          <p:spPr>
            <a:xfrm rot="10800000">
              <a:off x="4711950" y="1599775"/>
              <a:ext cx="0" cy="412200"/>
            </a:xfrm>
            <a:prstGeom prst="straightConnector1">
              <a:avLst/>
            </a:prstGeom>
            <a:noFill/>
            <a:ln cap="flat" cmpd="sng" w="9525">
              <a:solidFill>
                <a:srgbClr val="1A1A1A"/>
              </a:solidFill>
              <a:prstDash val="solid"/>
              <a:round/>
              <a:headEnd len="med" w="med" type="none"/>
              <a:tailEnd len="med" w="med" type="none"/>
            </a:ln>
          </p:spPr>
        </p:cxnSp>
        <p:cxnSp>
          <p:nvCxnSpPr>
            <p:cNvPr id="115" name="Google Shape;115;p18"/>
            <p:cNvCxnSpPr/>
            <p:nvPr/>
          </p:nvCxnSpPr>
          <p:spPr>
            <a:xfrm rot="10800000">
              <a:off x="5243675" y="2011975"/>
              <a:ext cx="0" cy="412200"/>
            </a:xfrm>
            <a:prstGeom prst="straightConnector1">
              <a:avLst/>
            </a:prstGeom>
            <a:noFill/>
            <a:ln cap="flat" cmpd="sng" w="9525">
              <a:solidFill>
                <a:srgbClr val="1A1A1A"/>
              </a:solidFill>
              <a:prstDash val="solid"/>
              <a:round/>
              <a:headEnd len="med" w="med" type="none"/>
              <a:tailEnd len="med" w="med" type="none"/>
            </a:ln>
          </p:spPr>
        </p:cxnSp>
      </p:grpSp>
      <p:pic>
        <p:nvPicPr>
          <p:cNvPr id="116" name="Google Shape;116;p18"/>
          <p:cNvPicPr preferRelativeResize="0"/>
          <p:nvPr/>
        </p:nvPicPr>
        <p:blipFill>
          <a:blip r:embed="rId3">
            <a:alphaModFix/>
          </a:blip>
          <a:stretch>
            <a:fillRect/>
          </a:stretch>
        </p:blipFill>
        <p:spPr>
          <a:xfrm>
            <a:off x="1646838" y="1451175"/>
            <a:ext cx="715750" cy="447925"/>
          </a:xfrm>
          <a:prstGeom prst="rect">
            <a:avLst/>
          </a:prstGeom>
          <a:noFill/>
          <a:ln>
            <a:noFill/>
          </a:ln>
        </p:spPr>
      </p:pic>
      <p:pic>
        <p:nvPicPr>
          <p:cNvPr id="117" name="Google Shape;117;p18"/>
          <p:cNvPicPr preferRelativeResize="0"/>
          <p:nvPr/>
        </p:nvPicPr>
        <p:blipFill>
          <a:blip r:embed="rId3">
            <a:alphaModFix/>
          </a:blip>
          <a:stretch>
            <a:fillRect/>
          </a:stretch>
        </p:blipFill>
        <p:spPr>
          <a:xfrm>
            <a:off x="200663" y="2187813"/>
            <a:ext cx="715750" cy="447925"/>
          </a:xfrm>
          <a:prstGeom prst="rect">
            <a:avLst/>
          </a:prstGeom>
          <a:noFill/>
          <a:ln>
            <a:noFill/>
          </a:ln>
        </p:spPr>
      </p:pic>
      <p:pic>
        <p:nvPicPr>
          <p:cNvPr id="118" name="Google Shape;118;p18"/>
          <p:cNvPicPr preferRelativeResize="0"/>
          <p:nvPr/>
        </p:nvPicPr>
        <p:blipFill>
          <a:blip r:embed="rId3">
            <a:alphaModFix/>
          </a:blip>
          <a:stretch>
            <a:fillRect/>
          </a:stretch>
        </p:blipFill>
        <p:spPr>
          <a:xfrm>
            <a:off x="2056638" y="2187813"/>
            <a:ext cx="715750" cy="447925"/>
          </a:xfrm>
          <a:prstGeom prst="rect">
            <a:avLst/>
          </a:prstGeom>
          <a:noFill/>
          <a:ln>
            <a:noFill/>
          </a:ln>
        </p:spPr>
      </p:pic>
      <p:pic>
        <p:nvPicPr>
          <p:cNvPr id="119" name="Google Shape;119;p18"/>
          <p:cNvPicPr preferRelativeResize="0"/>
          <p:nvPr/>
        </p:nvPicPr>
        <p:blipFill>
          <a:blip r:embed="rId3">
            <a:alphaModFix/>
          </a:blip>
          <a:stretch>
            <a:fillRect/>
          </a:stretch>
        </p:blipFill>
        <p:spPr>
          <a:xfrm>
            <a:off x="575813" y="2924475"/>
            <a:ext cx="715750" cy="447925"/>
          </a:xfrm>
          <a:prstGeom prst="rect">
            <a:avLst/>
          </a:prstGeom>
          <a:noFill/>
          <a:ln>
            <a:noFill/>
          </a:ln>
        </p:spPr>
      </p:pic>
      <p:pic>
        <p:nvPicPr>
          <p:cNvPr id="120" name="Google Shape;120;p18"/>
          <p:cNvPicPr preferRelativeResize="0"/>
          <p:nvPr/>
        </p:nvPicPr>
        <p:blipFill>
          <a:blip r:embed="rId3">
            <a:alphaModFix/>
          </a:blip>
          <a:stretch>
            <a:fillRect/>
          </a:stretch>
        </p:blipFill>
        <p:spPr>
          <a:xfrm>
            <a:off x="1646838" y="2924475"/>
            <a:ext cx="715750" cy="447925"/>
          </a:xfrm>
          <a:prstGeom prst="rect">
            <a:avLst/>
          </a:prstGeom>
          <a:noFill/>
          <a:ln>
            <a:noFill/>
          </a:ln>
        </p:spPr>
      </p:pic>
      <p:pic>
        <p:nvPicPr>
          <p:cNvPr id="121" name="Google Shape;121;p18"/>
          <p:cNvPicPr preferRelativeResize="0"/>
          <p:nvPr/>
        </p:nvPicPr>
        <p:blipFill>
          <a:blip r:embed="rId3">
            <a:alphaModFix/>
          </a:blip>
          <a:stretch>
            <a:fillRect/>
          </a:stretch>
        </p:blipFill>
        <p:spPr>
          <a:xfrm>
            <a:off x="3455338" y="1623937"/>
            <a:ext cx="715750" cy="447925"/>
          </a:xfrm>
          <a:prstGeom prst="rect">
            <a:avLst/>
          </a:prstGeom>
          <a:noFill/>
          <a:ln>
            <a:noFill/>
          </a:ln>
        </p:spPr>
      </p:pic>
      <p:pic>
        <p:nvPicPr>
          <p:cNvPr id="122" name="Google Shape;122;p18"/>
          <p:cNvPicPr preferRelativeResize="0"/>
          <p:nvPr/>
        </p:nvPicPr>
        <p:blipFill>
          <a:blip r:embed="rId3">
            <a:alphaModFix/>
          </a:blip>
          <a:stretch>
            <a:fillRect/>
          </a:stretch>
        </p:blipFill>
        <p:spPr>
          <a:xfrm>
            <a:off x="3940738" y="2690738"/>
            <a:ext cx="715750" cy="447925"/>
          </a:xfrm>
          <a:prstGeom prst="rect">
            <a:avLst/>
          </a:prstGeom>
          <a:noFill/>
          <a:ln>
            <a:noFill/>
          </a:ln>
        </p:spPr>
      </p:pic>
      <p:pic>
        <p:nvPicPr>
          <p:cNvPr id="123" name="Google Shape;123;p18"/>
          <p:cNvPicPr preferRelativeResize="0"/>
          <p:nvPr/>
        </p:nvPicPr>
        <p:blipFill>
          <a:blip r:embed="rId3">
            <a:alphaModFix/>
          </a:blip>
          <a:stretch>
            <a:fillRect/>
          </a:stretch>
        </p:blipFill>
        <p:spPr>
          <a:xfrm>
            <a:off x="4435313" y="1623937"/>
            <a:ext cx="715750" cy="447925"/>
          </a:xfrm>
          <a:prstGeom prst="rect">
            <a:avLst/>
          </a:prstGeom>
          <a:noFill/>
          <a:ln>
            <a:noFill/>
          </a:ln>
        </p:spPr>
      </p:pic>
      <p:pic>
        <p:nvPicPr>
          <p:cNvPr id="124" name="Google Shape;124;p18"/>
          <p:cNvPicPr preferRelativeResize="0"/>
          <p:nvPr/>
        </p:nvPicPr>
        <p:blipFill>
          <a:blip r:embed="rId3">
            <a:alphaModFix/>
          </a:blip>
          <a:stretch>
            <a:fillRect/>
          </a:stretch>
        </p:blipFill>
        <p:spPr>
          <a:xfrm>
            <a:off x="4967038" y="2690738"/>
            <a:ext cx="715750" cy="447925"/>
          </a:xfrm>
          <a:prstGeom prst="rect">
            <a:avLst/>
          </a:prstGeom>
          <a:noFill/>
          <a:ln>
            <a:noFill/>
          </a:ln>
        </p:spPr>
      </p:pic>
      <p:pic>
        <p:nvPicPr>
          <p:cNvPr id="125" name="Google Shape;125;p18"/>
          <p:cNvPicPr preferRelativeResize="0"/>
          <p:nvPr/>
        </p:nvPicPr>
        <p:blipFill>
          <a:blip r:embed="rId3">
            <a:alphaModFix/>
          </a:blip>
          <a:stretch>
            <a:fillRect/>
          </a:stretch>
        </p:blipFill>
        <p:spPr>
          <a:xfrm>
            <a:off x="7252288" y="1395663"/>
            <a:ext cx="715750" cy="447925"/>
          </a:xfrm>
          <a:prstGeom prst="rect">
            <a:avLst/>
          </a:prstGeom>
          <a:noFill/>
          <a:ln>
            <a:noFill/>
          </a:ln>
        </p:spPr>
      </p:pic>
      <p:pic>
        <p:nvPicPr>
          <p:cNvPr id="126" name="Google Shape;126;p18"/>
          <p:cNvPicPr preferRelativeResize="0"/>
          <p:nvPr/>
        </p:nvPicPr>
        <p:blipFill>
          <a:blip r:embed="rId3">
            <a:alphaModFix/>
          </a:blip>
          <a:stretch>
            <a:fillRect/>
          </a:stretch>
        </p:blipFill>
        <p:spPr>
          <a:xfrm>
            <a:off x="6379588" y="2116125"/>
            <a:ext cx="715750" cy="447925"/>
          </a:xfrm>
          <a:prstGeom prst="rect">
            <a:avLst/>
          </a:prstGeom>
          <a:noFill/>
          <a:ln>
            <a:noFill/>
          </a:ln>
        </p:spPr>
      </p:pic>
      <p:pic>
        <p:nvPicPr>
          <p:cNvPr id="127" name="Google Shape;127;p18"/>
          <p:cNvPicPr preferRelativeResize="0"/>
          <p:nvPr/>
        </p:nvPicPr>
        <p:blipFill>
          <a:blip r:embed="rId3">
            <a:alphaModFix/>
          </a:blip>
          <a:stretch>
            <a:fillRect/>
          </a:stretch>
        </p:blipFill>
        <p:spPr>
          <a:xfrm>
            <a:off x="8124988" y="2116125"/>
            <a:ext cx="715750" cy="447925"/>
          </a:xfrm>
          <a:prstGeom prst="rect">
            <a:avLst/>
          </a:prstGeom>
          <a:noFill/>
          <a:ln>
            <a:noFill/>
          </a:ln>
        </p:spPr>
      </p:pic>
      <p:pic>
        <p:nvPicPr>
          <p:cNvPr id="128" name="Google Shape;128;p18"/>
          <p:cNvPicPr preferRelativeResize="0"/>
          <p:nvPr/>
        </p:nvPicPr>
        <p:blipFill>
          <a:blip r:embed="rId3">
            <a:alphaModFix/>
          </a:blip>
          <a:stretch>
            <a:fillRect/>
          </a:stretch>
        </p:blipFill>
        <p:spPr>
          <a:xfrm>
            <a:off x="6725550" y="3003350"/>
            <a:ext cx="715750" cy="447925"/>
          </a:xfrm>
          <a:prstGeom prst="rect">
            <a:avLst/>
          </a:prstGeom>
          <a:noFill/>
          <a:ln>
            <a:noFill/>
          </a:ln>
        </p:spPr>
      </p:pic>
      <p:pic>
        <p:nvPicPr>
          <p:cNvPr id="129" name="Google Shape;129;p18"/>
          <p:cNvPicPr preferRelativeResize="0"/>
          <p:nvPr/>
        </p:nvPicPr>
        <p:blipFill>
          <a:blip r:embed="rId3">
            <a:alphaModFix/>
          </a:blip>
          <a:stretch>
            <a:fillRect/>
          </a:stretch>
        </p:blipFill>
        <p:spPr>
          <a:xfrm>
            <a:off x="7779025" y="3003350"/>
            <a:ext cx="715750" cy="447925"/>
          </a:xfrm>
          <a:prstGeom prst="rect">
            <a:avLst/>
          </a:prstGeom>
          <a:noFill/>
          <a:ln>
            <a:noFill/>
          </a:ln>
        </p:spPr>
      </p:pic>
      <p:pic>
        <p:nvPicPr>
          <p:cNvPr id="130" name="Google Shape;130;p18"/>
          <p:cNvPicPr preferRelativeResize="0"/>
          <p:nvPr/>
        </p:nvPicPr>
        <p:blipFill rotWithShape="1">
          <a:blip r:embed="rId4">
            <a:alphaModFix/>
          </a:blip>
          <a:srcRect b="0" l="0" r="0" t="0"/>
          <a:stretch/>
        </p:blipFill>
        <p:spPr>
          <a:xfrm>
            <a:off x="7320075" y="2121713"/>
            <a:ext cx="580175" cy="580150"/>
          </a:xfrm>
          <a:prstGeom prst="rect">
            <a:avLst/>
          </a:prstGeom>
          <a:noFill/>
          <a:ln>
            <a:noFill/>
          </a:ln>
        </p:spPr>
      </p:pic>
      <p:sp>
        <p:nvSpPr>
          <p:cNvPr id="131" name="Google Shape;131;p18"/>
          <p:cNvSpPr txBox="1"/>
          <p:nvPr/>
        </p:nvSpPr>
        <p:spPr>
          <a:xfrm>
            <a:off x="373897" y="3844150"/>
            <a:ext cx="2190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Ring topology</a:t>
            </a:r>
            <a:endParaRPr/>
          </a:p>
        </p:txBody>
      </p:sp>
      <p:sp>
        <p:nvSpPr>
          <p:cNvPr id="132" name="Google Shape;132;p18"/>
          <p:cNvSpPr txBox="1"/>
          <p:nvPr/>
        </p:nvSpPr>
        <p:spPr>
          <a:xfrm>
            <a:off x="3448772" y="3844150"/>
            <a:ext cx="2190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Bus</a:t>
            </a:r>
            <a:r>
              <a:rPr lang="en" sz="2000">
                <a:solidFill>
                  <a:srgbClr val="1A1A1A"/>
                </a:solidFill>
                <a:latin typeface="Inter"/>
                <a:ea typeface="Inter"/>
                <a:cs typeface="Inter"/>
                <a:sym typeface="Inter"/>
              </a:rPr>
              <a:t> topology</a:t>
            </a:r>
            <a:endParaRPr/>
          </a:p>
        </p:txBody>
      </p:sp>
      <p:sp>
        <p:nvSpPr>
          <p:cNvPr id="133" name="Google Shape;133;p18"/>
          <p:cNvSpPr txBox="1"/>
          <p:nvPr/>
        </p:nvSpPr>
        <p:spPr>
          <a:xfrm>
            <a:off x="6523647" y="3844150"/>
            <a:ext cx="2190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Star</a:t>
            </a:r>
            <a:r>
              <a:rPr lang="en" sz="2000">
                <a:solidFill>
                  <a:srgbClr val="1A1A1A"/>
                </a:solidFill>
                <a:latin typeface="Inter"/>
                <a:ea typeface="Inter"/>
                <a:cs typeface="Inter"/>
                <a:sym typeface="Inter"/>
              </a:rPr>
              <a:t> topology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9"/>
          <p:cNvSpPr txBox="1"/>
          <p:nvPr>
            <p:ph idx="4294967295" type="ctrTitle"/>
          </p:nvPr>
        </p:nvSpPr>
        <p:spPr>
          <a:xfrm>
            <a:off x="85725" y="1021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latin typeface="Inter ExtraBold"/>
                <a:ea typeface="Inter ExtraBold"/>
                <a:cs typeface="Inter ExtraBold"/>
                <a:sym typeface="Inter ExtraBold"/>
              </a:rPr>
              <a:t>Topologies</a:t>
            </a:r>
            <a:endParaRPr>
              <a:solidFill>
                <a:schemeClr val="accent2"/>
              </a:solidFill>
              <a:latin typeface="Inter ExtraBold"/>
              <a:ea typeface="Inter ExtraBold"/>
              <a:cs typeface="Inter ExtraBold"/>
              <a:sym typeface="Inter ExtraBold"/>
            </a:endParaRPr>
          </a:p>
        </p:txBody>
      </p:sp>
      <p:pic>
        <p:nvPicPr>
          <p:cNvPr id="139" name="Google Shape;139;p19"/>
          <p:cNvPicPr preferRelativeResize="0"/>
          <p:nvPr/>
        </p:nvPicPr>
        <p:blipFill>
          <a:blip r:embed="rId3">
            <a:alphaModFix/>
          </a:blip>
          <a:stretch>
            <a:fillRect/>
          </a:stretch>
        </p:blipFill>
        <p:spPr>
          <a:xfrm>
            <a:off x="302813" y="2460700"/>
            <a:ext cx="715750" cy="447925"/>
          </a:xfrm>
          <a:prstGeom prst="rect">
            <a:avLst/>
          </a:prstGeom>
          <a:noFill/>
          <a:ln>
            <a:noFill/>
          </a:ln>
        </p:spPr>
      </p:pic>
      <p:sp>
        <p:nvSpPr>
          <p:cNvPr id="140" name="Google Shape;140;p19"/>
          <p:cNvSpPr txBox="1"/>
          <p:nvPr/>
        </p:nvSpPr>
        <p:spPr>
          <a:xfrm>
            <a:off x="697585" y="3843213"/>
            <a:ext cx="2190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Mesh</a:t>
            </a:r>
            <a:r>
              <a:rPr lang="en" sz="2000">
                <a:solidFill>
                  <a:srgbClr val="1A1A1A"/>
                </a:solidFill>
                <a:latin typeface="Inter"/>
                <a:ea typeface="Inter"/>
                <a:cs typeface="Inter"/>
                <a:sym typeface="Inter"/>
              </a:rPr>
              <a:t> topology</a:t>
            </a:r>
            <a:endParaRPr/>
          </a:p>
        </p:txBody>
      </p:sp>
      <p:sp>
        <p:nvSpPr>
          <p:cNvPr id="141" name="Google Shape;141;p19"/>
          <p:cNvSpPr txBox="1"/>
          <p:nvPr/>
        </p:nvSpPr>
        <p:spPr>
          <a:xfrm>
            <a:off x="4473075" y="3961000"/>
            <a:ext cx="3261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Hub-and-Spoke</a:t>
            </a:r>
            <a:r>
              <a:rPr lang="en" sz="2000">
                <a:solidFill>
                  <a:srgbClr val="1A1A1A"/>
                </a:solidFill>
                <a:latin typeface="Inter"/>
                <a:ea typeface="Inter"/>
                <a:cs typeface="Inter"/>
                <a:sym typeface="Inter"/>
              </a:rPr>
              <a:t> topology</a:t>
            </a:r>
            <a:endParaRPr/>
          </a:p>
        </p:txBody>
      </p:sp>
      <p:pic>
        <p:nvPicPr>
          <p:cNvPr id="142" name="Google Shape;142;p19"/>
          <p:cNvPicPr preferRelativeResize="0"/>
          <p:nvPr/>
        </p:nvPicPr>
        <p:blipFill>
          <a:blip r:embed="rId3">
            <a:alphaModFix/>
          </a:blip>
          <a:stretch>
            <a:fillRect/>
          </a:stretch>
        </p:blipFill>
        <p:spPr>
          <a:xfrm>
            <a:off x="302813" y="1508575"/>
            <a:ext cx="715750" cy="447925"/>
          </a:xfrm>
          <a:prstGeom prst="rect">
            <a:avLst/>
          </a:prstGeom>
          <a:noFill/>
          <a:ln>
            <a:noFill/>
          </a:ln>
        </p:spPr>
      </p:pic>
      <p:pic>
        <p:nvPicPr>
          <p:cNvPr id="143" name="Google Shape;143;p19"/>
          <p:cNvPicPr preferRelativeResize="0"/>
          <p:nvPr/>
        </p:nvPicPr>
        <p:blipFill>
          <a:blip r:embed="rId3">
            <a:alphaModFix/>
          </a:blip>
          <a:stretch>
            <a:fillRect/>
          </a:stretch>
        </p:blipFill>
        <p:spPr>
          <a:xfrm>
            <a:off x="1435012" y="996775"/>
            <a:ext cx="715750" cy="447925"/>
          </a:xfrm>
          <a:prstGeom prst="rect">
            <a:avLst/>
          </a:prstGeom>
          <a:noFill/>
          <a:ln>
            <a:noFill/>
          </a:ln>
        </p:spPr>
      </p:pic>
      <p:pic>
        <p:nvPicPr>
          <p:cNvPr id="144" name="Google Shape;144;p19"/>
          <p:cNvPicPr preferRelativeResize="0"/>
          <p:nvPr/>
        </p:nvPicPr>
        <p:blipFill>
          <a:blip r:embed="rId3">
            <a:alphaModFix/>
          </a:blip>
          <a:stretch>
            <a:fillRect/>
          </a:stretch>
        </p:blipFill>
        <p:spPr>
          <a:xfrm>
            <a:off x="2567213" y="2460700"/>
            <a:ext cx="715750" cy="447925"/>
          </a:xfrm>
          <a:prstGeom prst="rect">
            <a:avLst/>
          </a:prstGeom>
          <a:noFill/>
          <a:ln>
            <a:noFill/>
          </a:ln>
        </p:spPr>
      </p:pic>
      <p:pic>
        <p:nvPicPr>
          <p:cNvPr id="145" name="Google Shape;145;p19"/>
          <p:cNvPicPr preferRelativeResize="0"/>
          <p:nvPr/>
        </p:nvPicPr>
        <p:blipFill>
          <a:blip r:embed="rId3">
            <a:alphaModFix/>
          </a:blip>
          <a:stretch>
            <a:fillRect/>
          </a:stretch>
        </p:blipFill>
        <p:spPr>
          <a:xfrm>
            <a:off x="2567213" y="1508575"/>
            <a:ext cx="715750" cy="447925"/>
          </a:xfrm>
          <a:prstGeom prst="rect">
            <a:avLst/>
          </a:prstGeom>
          <a:noFill/>
          <a:ln>
            <a:noFill/>
          </a:ln>
        </p:spPr>
      </p:pic>
      <p:pic>
        <p:nvPicPr>
          <p:cNvPr id="146" name="Google Shape;146;p19"/>
          <p:cNvPicPr preferRelativeResize="0"/>
          <p:nvPr/>
        </p:nvPicPr>
        <p:blipFill>
          <a:blip r:embed="rId3">
            <a:alphaModFix/>
          </a:blip>
          <a:stretch>
            <a:fillRect/>
          </a:stretch>
        </p:blipFill>
        <p:spPr>
          <a:xfrm>
            <a:off x="1435012" y="3116250"/>
            <a:ext cx="715750" cy="447925"/>
          </a:xfrm>
          <a:prstGeom prst="rect">
            <a:avLst/>
          </a:prstGeom>
          <a:noFill/>
          <a:ln>
            <a:noFill/>
          </a:ln>
        </p:spPr>
      </p:pic>
      <p:cxnSp>
        <p:nvCxnSpPr>
          <p:cNvPr id="147" name="Google Shape;147;p19"/>
          <p:cNvCxnSpPr/>
          <p:nvPr/>
        </p:nvCxnSpPr>
        <p:spPr>
          <a:xfrm>
            <a:off x="1792887" y="1474375"/>
            <a:ext cx="0" cy="1612200"/>
          </a:xfrm>
          <a:prstGeom prst="straightConnector1">
            <a:avLst/>
          </a:prstGeom>
          <a:noFill/>
          <a:ln cap="flat" cmpd="sng" w="9525">
            <a:solidFill>
              <a:schemeClr val="dk1"/>
            </a:solidFill>
            <a:prstDash val="solid"/>
            <a:round/>
            <a:headEnd len="med" w="med" type="none"/>
            <a:tailEnd len="med" w="med" type="none"/>
          </a:ln>
        </p:spPr>
      </p:cxnSp>
      <p:cxnSp>
        <p:nvCxnSpPr>
          <p:cNvPr id="148" name="Google Shape;148;p19"/>
          <p:cNvCxnSpPr>
            <a:stCxn id="142" idx="3"/>
            <a:endCxn id="144" idx="1"/>
          </p:cNvCxnSpPr>
          <p:nvPr/>
        </p:nvCxnSpPr>
        <p:spPr>
          <a:xfrm>
            <a:off x="1018562" y="1732538"/>
            <a:ext cx="1548600" cy="952200"/>
          </a:xfrm>
          <a:prstGeom prst="straightConnector1">
            <a:avLst/>
          </a:prstGeom>
          <a:noFill/>
          <a:ln cap="flat" cmpd="sng" w="9525">
            <a:solidFill>
              <a:schemeClr val="dk1"/>
            </a:solidFill>
            <a:prstDash val="solid"/>
            <a:round/>
            <a:headEnd len="med" w="med" type="none"/>
            <a:tailEnd len="med" w="med" type="none"/>
          </a:ln>
        </p:spPr>
      </p:cxnSp>
      <p:cxnSp>
        <p:nvCxnSpPr>
          <p:cNvPr id="149" name="Google Shape;149;p19"/>
          <p:cNvCxnSpPr>
            <a:stCxn id="139" idx="3"/>
            <a:endCxn id="145" idx="1"/>
          </p:cNvCxnSpPr>
          <p:nvPr/>
        </p:nvCxnSpPr>
        <p:spPr>
          <a:xfrm flipH="1" rot="10800000">
            <a:off x="1018562" y="1732463"/>
            <a:ext cx="1548600" cy="952200"/>
          </a:xfrm>
          <a:prstGeom prst="straightConnector1">
            <a:avLst/>
          </a:prstGeom>
          <a:noFill/>
          <a:ln cap="flat" cmpd="sng" w="9525">
            <a:solidFill>
              <a:schemeClr val="dk1"/>
            </a:solidFill>
            <a:prstDash val="solid"/>
            <a:round/>
            <a:headEnd len="med" w="med" type="none"/>
            <a:tailEnd len="med" w="med" type="none"/>
          </a:ln>
        </p:spPr>
      </p:cxnSp>
      <p:cxnSp>
        <p:nvCxnSpPr>
          <p:cNvPr id="150" name="Google Shape;150;p19"/>
          <p:cNvCxnSpPr>
            <a:endCxn id="143" idx="1"/>
          </p:cNvCxnSpPr>
          <p:nvPr/>
        </p:nvCxnSpPr>
        <p:spPr>
          <a:xfrm flipH="1" rot="10800000">
            <a:off x="742313" y="1220738"/>
            <a:ext cx="692700" cy="241500"/>
          </a:xfrm>
          <a:prstGeom prst="straightConnector1">
            <a:avLst/>
          </a:prstGeom>
          <a:noFill/>
          <a:ln cap="flat" cmpd="sng" w="9525">
            <a:solidFill>
              <a:schemeClr val="dk1"/>
            </a:solidFill>
            <a:prstDash val="solid"/>
            <a:round/>
            <a:headEnd len="med" w="med" type="none"/>
            <a:tailEnd len="med" w="med" type="none"/>
          </a:ln>
        </p:spPr>
      </p:cxnSp>
      <p:cxnSp>
        <p:nvCxnSpPr>
          <p:cNvPr id="151" name="Google Shape;151;p19"/>
          <p:cNvCxnSpPr/>
          <p:nvPr/>
        </p:nvCxnSpPr>
        <p:spPr>
          <a:xfrm rot="10800000">
            <a:off x="2150713" y="1220738"/>
            <a:ext cx="692700" cy="241500"/>
          </a:xfrm>
          <a:prstGeom prst="straightConnector1">
            <a:avLst/>
          </a:prstGeom>
          <a:noFill/>
          <a:ln cap="flat" cmpd="sng" w="9525">
            <a:solidFill>
              <a:schemeClr val="dk1"/>
            </a:solidFill>
            <a:prstDash val="solid"/>
            <a:round/>
            <a:headEnd len="med" w="med" type="none"/>
            <a:tailEnd len="med" w="med" type="none"/>
          </a:ln>
        </p:spPr>
      </p:cxnSp>
      <p:cxnSp>
        <p:nvCxnSpPr>
          <p:cNvPr id="152" name="Google Shape;152;p19"/>
          <p:cNvCxnSpPr/>
          <p:nvPr/>
        </p:nvCxnSpPr>
        <p:spPr>
          <a:xfrm>
            <a:off x="742313" y="2955038"/>
            <a:ext cx="692700" cy="241500"/>
          </a:xfrm>
          <a:prstGeom prst="straightConnector1">
            <a:avLst/>
          </a:prstGeom>
          <a:noFill/>
          <a:ln cap="flat" cmpd="sng" w="9525">
            <a:solidFill>
              <a:schemeClr val="dk1"/>
            </a:solidFill>
            <a:prstDash val="solid"/>
            <a:round/>
            <a:headEnd len="med" w="med" type="none"/>
            <a:tailEnd len="med" w="med" type="none"/>
          </a:ln>
        </p:spPr>
      </p:cxnSp>
      <p:cxnSp>
        <p:nvCxnSpPr>
          <p:cNvPr id="153" name="Google Shape;153;p19"/>
          <p:cNvCxnSpPr/>
          <p:nvPr/>
        </p:nvCxnSpPr>
        <p:spPr>
          <a:xfrm flipH="1">
            <a:off x="2150713" y="2955038"/>
            <a:ext cx="692700" cy="241500"/>
          </a:xfrm>
          <a:prstGeom prst="straightConnector1">
            <a:avLst/>
          </a:prstGeom>
          <a:noFill/>
          <a:ln cap="flat" cmpd="sng" w="9525">
            <a:solidFill>
              <a:schemeClr val="dk1"/>
            </a:solidFill>
            <a:prstDash val="solid"/>
            <a:round/>
            <a:headEnd len="med" w="med" type="none"/>
            <a:tailEnd len="med" w="med" type="none"/>
          </a:ln>
        </p:spPr>
      </p:cxnSp>
      <p:cxnSp>
        <p:nvCxnSpPr>
          <p:cNvPr id="154" name="Google Shape;154;p19"/>
          <p:cNvCxnSpPr/>
          <p:nvPr/>
        </p:nvCxnSpPr>
        <p:spPr>
          <a:xfrm>
            <a:off x="660675" y="1984650"/>
            <a:ext cx="0" cy="447900"/>
          </a:xfrm>
          <a:prstGeom prst="straightConnector1">
            <a:avLst/>
          </a:prstGeom>
          <a:noFill/>
          <a:ln cap="flat" cmpd="sng" w="9525">
            <a:solidFill>
              <a:schemeClr val="dk1"/>
            </a:solidFill>
            <a:prstDash val="solid"/>
            <a:round/>
            <a:headEnd len="med" w="med" type="none"/>
            <a:tailEnd len="med" w="med" type="none"/>
          </a:ln>
        </p:spPr>
      </p:cxnSp>
      <p:cxnSp>
        <p:nvCxnSpPr>
          <p:cNvPr id="155" name="Google Shape;155;p19"/>
          <p:cNvCxnSpPr/>
          <p:nvPr/>
        </p:nvCxnSpPr>
        <p:spPr>
          <a:xfrm>
            <a:off x="2925100" y="1984650"/>
            <a:ext cx="0" cy="447900"/>
          </a:xfrm>
          <a:prstGeom prst="straightConnector1">
            <a:avLst/>
          </a:prstGeom>
          <a:noFill/>
          <a:ln cap="flat" cmpd="sng" w="9525">
            <a:solidFill>
              <a:schemeClr val="dk1"/>
            </a:solidFill>
            <a:prstDash val="solid"/>
            <a:round/>
            <a:headEnd len="med" w="med" type="none"/>
            <a:tailEnd len="med" w="med" type="none"/>
          </a:ln>
        </p:spPr>
      </p:cxnSp>
      <p:cxnSp>
        <p:nvCxnSpPr>
          <p:cNvPr id="156" name="Google Shape;156;p19"/>
          <p:cNvCxnSpPr/>
          <p:nvPr/>
        </p:nvCxnSpPr>
        <p:spPr>
          <a:xfrm>
            <a:off x="1018613" y="1643138"/>
            <a:ext cx="1556100" cy="0"/>
          </a:xfrm>
          <a:prstGeom prst="straightConnector1">
            <a:avLst/>
          </a:prstGeom>
          <a:noFill/>
          <a:ln cap="flat" cmpd="sng" w="9525">
            <a:solidFill>
              <a:schemeClr val="dk1"/>
            </a:solidFill>
            <a:prstDash val="solid"/>
            <a:round/>
            <a:headEnd len="med" w="med" type="none"/>
            <a:tailEnd len="med" w="med" type="none"/>
          </a:ln>
        </p:spPr>
      </p:cxnSp>
      <p:cxnSp>
        <p:nvCxnSpPr>
          <p:cNvPr id="157" name="Google Shape;157;p19"/>
          <p:cNvCxnSpPr/>
          <p:nvPr/>
        </p:nvCxnSpPr>
        <p:spPr>
          <a:xfrm>
            <a:off x="1018613" y="2740563"/>
            <a:ext cx="1556100" cy="0"/>
          </a:xfrm>
          <a:prstGeom prst="straightConnector1">
            <a:avLst/>
          </a:prstGeom>
          <a:noFill/>
          <a:ln cap="flat" cmpd="sng" w="9525">
            <a:solidFill>
              <a:schemeClr val="dk1"/>
            </a:solidFill>
            <a:prstDash val="solid"/>
            <a:round/>
            <a:headEnd len="med" w="med" type="none"/>
            <a:tailEnd len="med" w="med" type="none"/>
          </a:ln>
        </p:spPr>
      </p:cxnSp>
      <p:cxnSp>
        <p:nvCxnSpPr>
          <p:cNvPr id="158" name="Google Shape;158;p19"/>
          <p:cNvCxnSpPr/>
          <p:nvPr/>
        </p:nvCxnSpPr>
        <p:spPr>
          <a:xfrm>
            <a:off x="1018600" y="1822988"/>
            <a:ext cx="694200" cy="1260000"/>
          </a:xfrm>
          <a:prstGeom prst="straightConnector1">
            <a:avLst/>
          </a:prstGeom>
          <a:noFill/>
          <a:ln cap="flat" cmpd="sng" w="9525">
            <a:solidFill>
              <a:schemeClr val="dk1"/>
            </a:solidFill>
            <a:prstDash val="solid"/>
            <a:round/>
            <a:headEnd len="med" w="med" type="none"/>
            <a:tailEnd len="med" w="med" type="none"/>
          </a:ln>
        </p:spPr>
      </p:cxnSp>
      <p:cxnSp>
        <p:nvCxnSpPr>
          <p:cNvPr id="159" name="Google Shape;159;p19"/>
          <p:cNvCxnSpPr/>
          <p:nvPr/>
        </p:nvCxnSpPr>
        <p:spPr>
          <a:xfrm flipH="1">
            <a:off x="1872950" y="1822988"/>
            <a:ext cx="694200" cy="1260000"/>
          </a:xfrm>
          <a:prstGeom prst="straightConnector1">
            <a:avLst/>
          </a:prstGeom>
          <a:noFill/>
          <a:ln cap="flat" cmpd="sng" w="9525">
            <a:solidFill>
              <a:schemeClr val="dk1"/>
            </a:solidFill>
            <a:prstDash val="solid"/>
            <a:round/>
            <a:headEnd len="med" w="med" type="none"/>
            <a:tailEnd len="med" w="med" type="none"/>
          </a:ln>
        </p:spPr>
      </p:cxnSp>
      <p:cxnSp>
        <p:nvCxnSpPr>
          <p:cNvPr id="160" name="Google Shape;160;p19"/>
          <p:cNvCxnSpPr/>
          <p:nvPr/>
        </p:nvCxnSpPr>
        <p:spPr>
          <a:xfrm flipH="1" rot="10800000">
            <a:off x="1018612" y="1498388"/>
            <a:ext cx="702000" cy="1122300"/>
          </a:xfrm>
          <a:prstGeom prst="straightConnector1">
            <a:avLst/>
          </a:prstGeom>
          <a:noFill/>
          <a:ln cap="flat" cmpd="sng" w="9525">
            <a:solidFill>
              <a:schemeClr val="dk1"/>
            </a:solidFill>
            <a:prstDash val="solid"/>
            <a:round/>
            <a:headEnd len="med" w="med" type="none"/>
            <a:tailEnd len="med" w="med" type="none"/>
          </a:ln>
        </p:spPr>
      </p:cxnSp>
      <p:cxnSp>
        <p:nvCxnSpPr>
          <p:cNvPr id="161" name="Google Shape;161;p19"/>
          <p:cNvCxnSpPr/>
          <p:nvPr/>
        </p:nvCxnSpPr>
        <p:spPr>
          <a:xfrm rot="10800000">
            <a:off x="1871162" y="1498388"/>
            <a:ext cx="696000" cy="1122300"/>
          </a:xfrm>
          <a:prstGeom prst="straightConnector1">
            <a:avLst/>
          </a:prstGeom>
          <a:noFill/>
          <a:ln cap="flat" cmpd="sng" w="9525">
            <a:solidFill>
              <a:schemeClr val="dk1"/>
            </a:solidFill>
            <a:prstDash val="solid"/>
            <a:round/>
            <a:headEnd len="med" w="med" type="none"/>
            <a:tailEnd len="med" w="med" type="none"/>
          </a:ln>
        </p:spPr>
      </p:cxnSp>
      <p:pic>
        <p:nvPicPr>
          <p:cNvPr id="162" name="Google Shape;162;p19"/>
          <p:cNvPicPr preferRelativeResize="0"/>
          <p:nvPr/>
        </p:nvPicPr>
        <p:blipFill rotWithShape="1">
          <a:blip r:embed="rId4">
            <a:alphaModFix/>
          </a:blip>
          <a:srcRect b="0" l="0" r="0" t="0"/>
          <a:stretch/>
        </p:blipFill>
        <p:spPr>
          <a:xfrm>
            <a:off x="4672875" y="2015700"/>
            <a:ext cx="492620" cy="492600"/>
          </a:xfrm>
          <a:prstGeom prst="rect">
            <a:avLst/>
          </a:prstGeom>
          <a:noFill/>
          <a:ln>
            <a:noFill/>
          </a:ln>
        </p:spPr>
      </p:pic>
      <p:sp>
        <p:nvSpPr>
          <p:cNvPr id="163" name="Google Shape;163;p19"/>
          <p:cNvSpPr txBox="1"/>
          <p:nvPr/>
        </p:nvSpPr>
        <p:spPr>
          <a:xfrm>
            <a:off x="4330135" y="2508288"/>
            <a:ext cx="1178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1000">
              <a:solidFill>
                <a:srgbClr val="1A1A1A"/>
              </a:solidFill>
              <a:latin typeface="Inter"/>
              <a:ea typeface="Inter"/>
              <a:cs typeface="Inter"/>
              <a:sym typeface="Inter"/>
            </a:endParaRPr>
          </a:p>
        </p:txBody>
      </p:sp>
      <p:pic>
        <p:nvPicPr>
          <p:cNvPr id="164" name="Google Shape;164;p19"/>
          <p:cNvPicPr preferRelativeResize="0"/>
          <p:nvPr/>
        </p:nvPicPr>
        <p:blipFill rotWithShape="1">
          <a:blip r:embed="rId4">
            <a:alphaModFix/>
          </a:blip>
          <a:srcRect b="0" l="0" r="0" t="0"/>
          <a:stretch/>
        </p:blipFill>
        <p:spPr>
          <a:xfrm>
            <a:off x="4672875" y="982238"/>
            <a:ext cx="492620" cy="492600"/>
          </a:xfrm>
          <a:prstGeom prst="rect">
            <a:avLst/>
          </a:prstGeom>
          <a:noFill/>
          <a:ln>
            <a:noFill/>
          </a:ln>
        </p:spPr>
      </p:pic>
      <p:pic>
        <p:nvPicPr>
          <p:cNvPr id="165" name="Google Shape;165;p19"/>
          <p:cNvPicPr preferRelativeResize="0"/>
          <p:nvPr/>
        </p:nvPicPr>
        <p:blipFill rotWithShape="1">
          <a:blip r:embed="rId4">
            <a:alphaModFix/>
          </a:blip>
          <a:srcRect b="0" l="0" r="0" t="0"/>
          <a:stretch/>
        </p:blipFill>
        <p:spPr>
          <a:xfrm>
            <a:off x="4672875" y="3126350"/>
            <a:ext cx="492620" cy="492600"/>
          </a:xfrm>
          <a:prstGeom prst="rect">
            <a:avLst/>
          </a:prstGeom>
          <a:noFill/>
          <a:ln>
            <a:noFill/>
          </a:ln>
        </p:spPr>
      </p:pic>
      <p:pic>
        <p:nvPicPr>
          <p:cNvPr id="166" name="Google Shape;166;p19"/>
          <p:cNvPicPr preferRelativeResize="0"/>
          <p:nvPr/>
        </p:nvPicPr>
        <p:blipFill rotWithShape="1">
          <a:blip r:embed="rId4">
            <a:alphaModFix/>
          </a:blip>
          <a:srcRect b="0" l="0" r="0" t="0"/>
          <a:stretch/>
        </p:blipFill>
        <p:spPr>
          <a:xfrm>
            <a:off x="3652225" y="2015700"/>
            <a:ext cx="492620" cy="492600"/>
          </a:xfrm>
          <a:prstGeom prst="rect">
            <a:avLst/>
          </a:prstGeom>
          <a:noFill/>
          <a:ln>
            <a:noFill/>
          </a:ln>
        </p:spPr>
      </p:pic>
      <p:pic>
        <p:nvPicPr>
          <p:cNvPr id="167" name="Google Shape;167;p19"/>
          <p:cNvPicPr preferRelativeResize="0"/>
          <p:nvPr/>
        </p:nvPicPr>
        <p:blipFill rotWithShape="1">
          <a:blip r:embed="rId4">
            <a:alphaModFix/>
          </a:blip>
          <a:srcRect b="0" l="0" r="0" t="0"/>
          <a:stretch/>
        </p:blipFill>
        <p:spPr>
          <a:xfrm>
            <a:off x="5483000" y="2779225"/>
            <a:ext cx="492620" cy="492600"/>
          </a:xfrm>
          <a:prstGeom prst="rect">
            <a:avLst/>
          </a:prstGeom>
          <a:noFill/>
          <a:ln>
            <a:noFill/>
          </a:ln>
        </p:spPr>
      </p:pic>
      <p:pic>
        <p:nvPicPr>
          <p:cNvPr id="168" name="Google Shape;168;p19"/>
          <p:cNvPicPr preferRelativeResize="0"/>
          <p:nvPr/>
        </p:nvPicPr>
        <p:blipFill rotWithShape="1">
          <a:blip r:embed="rId4">
            <a:alphaModFix/>
          </a:blip>
          <a:srcRect b="0" l="0" r="0" t="0"/>
          <a:stretch/>
        </p:blipFill>
        <p:spPr>
          <a:xfrm>
            <a:off x="5508225" y="1265400"/>
            <a:ext cx="492620" cy="492600"/>
          </a:xfrm>
          <a:prstGeom prst="rect">
            <a:avLst/>
          </a:prstGeom>
          <a:noFill/>
          <a:ln>
            <a:noFill/>
          </a:ln>
        </p:spPr>
      </p:pic>
      <p:pic>
        <p:nvPicPr>
          <p:cNvPr id="169" name="Google Shape;169;p19"/>
          <p:cNvPicPr preferRelativeResize="0"/>
          <p:nvPr/>
        </p:nvPicPr>
        <p:blipFill rotWithShape="1">
          <a:blip r:embed="rId4">
            <a:alphaModFix/>
          </a:blip>
          <a:srcRect b="0" l="0" r="0" t="0"/>
          <a:stretch/>
        </p:blipFill>
        <p:spPr>
          <a:xfrm>
            <a:off x="3837525" y="1265400"/>
            <a:ext cx="492620" cy="492600"/>
          </a:xfrm>
          <a:prstGeom prst="rect">
            <a:avLst/>
          </a:prstGeom>
          <a:noFill/>
          <a:ln>
            <a:noFill/>
          </a:ln>
        </p:spPr>
      </p:pic>
      <p:pic>
        <p:nvPicPr>
          <p:cNvPr id="170" name="Google Shape;170;p19"/>
          <p:cNvPicPr preferRelativeResize="0"/>
          <p:nvPr/>
        </p:nvPicPr>
        <p:blipFill rotWithShape="1">
          <a:blip r:embed="rId4">
            <a:alphaModFix/>
          </a:blip>
          <a:srcRect b="0" l="0" r="0" t="0"/>
          <a:stretch/>
        </p:blipFill>
        <p:spPr>
          <a:xfrm>
            <a:off x="3837525" y="2779225"/>
            <a:ext cx="492620" cy="492600"/>
          </a:xfrm>
          <a:prstGeom prst="rect">
            <a:avLst/>
          </a:prstGeom>
          <a:noFill/>
          <a:ln>
            <a:noFill/>
          </a:ln>
        </p:spPr>
      </p:pic>
      <p:cxnSp>
        <p:nvCxnSpPr>
          <p:cNvPr id="171" name="Google Shape;171;p19"/>
          <p:cNvCxnSpPr>
            <a:stCxn id="162" idx="0"/>
            <a:endCxn id="164" idx="2"/>
          </p:cNvCxnSpPr>
          <p:nvPr/>
        </p:nvCxnSpPr>
        <p:spPr>
          <a:xfrm rot="10800000">
            <a:off x="4919185" y="1474800"/>
            <a:ext cx="0" cy="540900"/>
          </a:xfrm>
          <a:prstGeom prst="straightConnector1">
            <a:avLst/>
          </a:prstGeom>
          <a:noFill/>
          <a:ln cap="flat" cmpd="sng" w="9525">
            <a:solidFill>
              <a:srgbClr val="1A1A1A"/>
            </a:solidFill>
            <a:prstDash val="solid"/>
            <a:round/>
            <a:headEnd len="med" w="med" type="none"/>
            <a:tailEnd len="med" w="med" type="none"/>
          </a:ln>
        </p:spPr>
      </p:cxnSp>
      <p:cxnSp>
        <p:nvCxnSpPr>
          <p:cNvPr id="172" name="Google Shape;172;p19"/>
          <p:cNvCxnSpPr>
            <a:stCxn id="165" idx="0"/>
            <a:endCxn id="163" idx="0"/>
          </p:cNvCxnSpPr>
          <p:nvPr/>
        </p:nvCxnSpPr>
        <p:spPr>
          <a:xfrm rot="10800000">
            <a:off x="4919185" y="2508350"/>
            <a:ext cx="0" cy="618000"/>
          </a:xfrm>
          <a:prstGeom prst="straightConnector1">
            <a:avLst/>
          </a:prstGeom>
          <a:noFill/>
          <a:ln cap="flat" cmpd="sng" w="9525">
            <a:solidFill>
              <a:srgbClr val="1A1A1A"/>
            </a:solidFill>
            <a:prstDash val="solid"/>
            <a:round/>
            <a:headEnd len="med" w="med" type="none"/>
            <a:tailEnd len="med" w="med" type="none"/>
          </a:ln>
        </p:spPr>
      </p:cxnSp>
      <p:cxnSp>
        <p:nvCxnSpPr>
          <p:cNvPr id="173" name="Google Shape;173;p19"/>
          <p:cNvCxnSpPr>
            <a:endCxn id="166" idx="3"/>
          </p:cNvCxnSpPr>
          <p:nvPr/>
        </p:nvCxnSpPr>
        <p:spPr>
          <a:xfrm rot="10800000">
            <a:off x="4144845" y="2262000"/>
            <a:ext cx="528000" cy="5700"/>
          </a:xfrm>
          <a:prstGeom prst="straightConnector1">
            <a:avLst/>
          </a:prstGeom>
          <a:noFill/>
          <a:ln cap="flat" cmpd="sng" w="9525">
            <a:solidFill>
              <a:srgbClr val="1A1A1A"/>
            </a:solidFill>
            <a:prstDash val="solid"/>
            <a:round/>
            <a:headEnd len="med" w="med" type="none"/>
            <a:tailEnd len="med" w="med" type="none"/>
          </a:ln>
        </p:spPr>
      </p:cxnSp>
      <p:cxnSp>
        <p:nvCxnSpPr>
          <p:cNvPr id="174" name="Google Shape;174;p19"/>
          <p:cNvCxnSpPr/>
          <p:nvPr/>
        </p:nvCxnSpPr>
        <p:spPr>
          <a:xfrm rot="10800000">
            <a:off x="4334945" y="1745400"/>
            <a:ext cx="342300" cy="276000"/>
          </a:xfrm>
          <a:prstGeom prst="straightConnector1">
            <a:avLst/>
          </a:prstGeom>
          <a:noFill/>
          <a:ln cap="flat" cmpd="sng" w="9525">
            <a:solidFill>
              <a:srgbClr val="1A1A1A"/>
            </a:solidFill>
            <a:prstDash val="solid"/>
            <a:round/>
            <a:headEnd len="med" w="med" type="none"/>
            <a:tailEnd len="med" w="med" type="none"/>
          </a:ln>
        </p:spPr>
      </p:cxnSp>
      <p:cxnSp>
        <p:nvCxnSpPr>
          <p:cNvPr id="175" name="Google Shape;175;p19"/>
          <p:cNvCxnSpPr/>
          <p:nvPr/>
        </p:nvCxnSpPr>
        <p:spPr>
          <a:xfrm flipH="1" rot="10800000">
            <a:off x="5161095" y="1745400"/>
            <a:ext cx="342300" cy="276000"/>
          </a:xfrm>
          <a:prstGeom prst="straightConnector1">
            <a:avLst/>
          </a:prstGeom>
          <a:noFill/>
          <a:ln cap="flat" cmpd="sng" w="9525">
            <a:solidFill>
              <a:srgbClr val="1A1A1A"/>
            </a:solidFill>
            <a:prstDash val="solid"/>
            <a:round/>
            <a:headEnd len="med" w="med" type="none"/>
            <a:tailEnd len="med" w="med" type="none"/>
          </a:ln>
        </p:spPr>
      </p:cxnSp>
      <p:cxnSp>
        <p:nvCxnSpPr>
          <p:cNvPr id="176" name="Google Shape;176;p19"/>
          <p:cNvCxnSpPr/>
          <p:nvPr/>
        </p:nvCxnSpPr>
        <p:spPr>
          <a:xfrm flipH="1">
            <a:off x="4334945" y="2508300"/>
            <a:ext cx="342300" cy="276000"/>
          </a:xfrm>
          <a:prstGeom prst="straightConnector1">
            <a:avLst/>
          </a:prstGeom>
          <a:noFill/>
          <a:ln cap="flat" cmpd="sng" w="9525">
            <a:solidFill>
              <a:srgbClr val="1A1A1A"/>
            </a:solidFill>
            <a:prstDash val="solid"/>
            <a:round/>
            <a:headEnd len="med" w="med" type="none"/>
            <a:tailEnd len="med" w="med" type="none"/>
          </a:ln>
        </p:spPr>
      </p:cxnSp>
      <p:cxnSp>
        <p:nvCxnSpPr>
          <p:cNvPr id="177" name="Google Shape;177;p19"/>
          <p:cNvCxnSpPr/>
          <p:nvPr/>
        </p:nvCxnSpPr>
        <p:spPr>
          <a:xfrm>
            <a:off x="5161095" y="2508300"/>
            <a:ext cx="342300" cy="276000"/>
          </a:xfrm>
          <a:prstGeom prst="straightConnector1">
            <a:avLst/>
          </a:prstGeom>
          <a:noFill/>
          <a:ln cap="flat" cmpd="sng" w="9525">
            <a:solidFill>
              <a:srgbClr val="1A1A1A"/>
            </a:solidFill>
            <a:prstDash val="solid"/>
            <a:round/>
            <a:headEnd len="med" w="med" type="none"/>
            <a:tailEnd len="med" w="med" type="none"/>
          </a:ln>
        </p:spPr>
      </p:cxnSp>
      <p:pic>
        <p:nvPicPr>
          <p:cNvPr id="178" name="Google Shape;178;p19"/>
          <p:cNvPicPr preferRelativeResize="0"/>
          <p:nvPr/>
        </p:nvPicPr>
        <p:blipFill rotWithShape="1">
          <a:blip r:embed="rId4">
            <a:alphaModFix/>
          </a:blip>
          <a:srcRect b="0" l="0" r="0" t="0"/>
          <a:stretch/>
        </p:blipFill>
        <p:spPr>
          <a:xfrm>
            <a:off x="7295150" y="2015700"/>
            <a:ext cx="492620" cy="492600"/>
          </a:xfrm>
          <a:prstGeom prst="rect">
            <a:avLst/>
          </a:prstGeom>
          <a:noFill/>
          <a:ln>
            <a:noFill/>
          </a:ln>
        </p:spPr>
      </p:pic>
      <p:sp>
        <p:nvSpPr>
          <p:cNvPr id="179" name="Google Shape;179;p19"/>
          <p:cNvSpPr txBox="1"/>
          <p:nvPr/>
        </p:nvSpPr>
        <p:spPr>
          <a:xfrm>
            <a:off x="6952410" y="2508288"/>
            <a:ext cx="1178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1000">
              <a:solidFill>
                <a:srgbClr val="1A1A1A"/>
              </a:solidFill>
              <a:latin typeface="Inter"/>
              <a:ea typeface="Inter"/>
              <a:cs typeface="Inter"/>
              <a:sym typeface="Inter"/>
            </a:endParaRPr>
          </a:p>
        </p:txBody>
      </p:sp>
      <p:pic>
        <p:nvPicPr>
          <p:cNvPr id="180" name="Google Shape;180;p19"/>
          <p:cNvPicPr preferRelativeResize="0"/>
          <p:nvPr/>
        </p:nvPicPr>
        <p:blipFill rotWithShape="1">
          <a:blip r:embed="rId4">
            <a:alphaModFix/>
          </a:blip>
          <a:srcRect b="0" l="0" r="0" t="0"/>
          <a:stretch/>
        </p:blipFill>
        <p:spPr>
          <a:xfrm>
            <a:off x="7295150" y="982238"/>
            <a:ext cx="492620" cy="492600"/>
          </a:xfrm>
          <a:prstGeom prst="rect">
            <a:avLst/>
          </a:prstGeom>
          <a:noFill/>
          <a:ln>
            <a:noFill/>
          </a:ln>
        </p:spPr>
      </p:pic>
      <p:pic>
        <p:nvPicPr>
          <p:cNvPr id="181" name="Google Shape;181;p19"/>
          <p:cNvPicPr preferRelativeResize="0"/>
          <p:nvPr/>
        </p:nvPicPr>
        <p:blipFill rotWithShape="1">
          <a:blip r:embed="rId4">
            <a:alphaModFix/>
          </a:blip>
          <a:srcRect b="0" l="0" r="0" t="0"/>
          <a:stretch/>
        </p:blipFill>
        <p:spPr>
          <a:xfrm>
            <a:off x="7295150" y="3126350"/>
            <a:ext cx="492620" cy="492600"/>
          </a:xfrm>
          <a:prstGeom prst="rect">
            <a:avLst/>
          </a:prstGeom>
          <a:noFill/>
          <a:ln>
            <a:noFill/>
          </a:ln>
        </p:spPr>
      </p:pic>
      <p:pic>
        <p:nvPicPr>
          <p:cNvPr id="182" name="Google Shape;182;p19"/>
          <p:cNvPicPr preferRelativeResize="0"/>
          <p:nvPr/>
        </p:nvPicPr>
        <p:blipFill rotWithShape="1">
          <a:blip r:embed="rId4">
            <a:alphaModFix/>
          </a:blip>
          <a:srcRect b="0" l="0" r="0" t="0"/>
          <a:stretch/>
        </p:blipFill>
        <p:spPr>
          <a:xfrm>
            <a:off x="8367600" y="2015700"/>
            <a:ext cx="492620" cy="492600"/>
          </a:xfrm>
          <a:prstGeom prst="rect">
            <a:avLst/>
          </a:prstGeom>
          <a:noFill/>
          <a:ln>
            <a:noFill/>
          </a:ln>
        </p:spPr>
      </p:pic>
      <p:pic>
        <p:nvPicPr>
          <p:cNvPr id="183" name="Google Shape;183;p19"/>
          <p:cNvPicPr preferRelativeResize="0"/>
          <p:nvPr/>
        </p:nvPicPr>
        <p:blipFill rotWithShape="1">
          <a:blip r:embed="rId4">
            <a:alphaModFix/>
          </a:blip>
          <a:srcRect b="0" l="0" r="0" t="0"/>
          <a:stretch/>
        </p:blipFill>
        <p:spPr>
          <a:xfrm>
            <a:off x="8105275" y="2779225"/>
            <a:ext cx="492620" cy="492600"/>
          </a:xfrm>
          <a:prstGeom prst="rect">
            <a:avLst/>
          </a:prstGeom>
          <a:noFill/>
          <a:ln>
            <a:noFill/>
          </a:ln>
        </p:spPr>
      </p:pic>
      <p:pic>
        <p:nvPicPr>
          <p:cNvPr id="184" name="Google Shape;184;p19"/>
          <p:cNvPicPr preferRelativeResize="0"/>
          <p:nvPr/>
        </p:nvPicPr>
        <p:blipFill rotWithShape="1">
          <a:blip r:embed="rId4">
            <a:alphaModFix/>
          </a:blip>
          <a:srcRect b="0" l="0" r="0" t="0"/>
          <a:stretch/>
        </p:blipFill>
        <p:spPr>
          <a:xfrm>
            <a:off x="8130500" y="1265400"/>
            <a:ext cx="492620" cy="492600"/>
          </a:xfrm>
          <a:prstGeom prst="rect">
            <a:avLst/>
          </a:prstGeom>
          <a:noFill/>
          <a:ln>
            <a:noFill/>
          </a:ln>
        </p:spPr>
      </p:pic>
      <p:pic>
        <p:nvPicPr>
          <p:cNvPr id="185" name="Google Shape;185;p19"/>
          <p:cNvPicPr preferRelativeResize="0"/>
          <p:nvPr/>
        </p:nvPicPr>
        <p:blipFill rotWithShape="1">
          <a:blip r:embed="rId4">
            <a:alphaModFix/>
          </a:blip>
          <a:srcRect b="0" l="0" r="0" t="0"/>
          <a:stretch/>
        </p:blipFill>
        <p:spPr>
          <a:xfrm>
            <a:off x="6459800" y="1265400"/>
            <a:ext cx="492620" cy="492600"/>
          </a:xfrm>
          <a:prstGeom prst="rect">
            <a:avLst/>
          </a:prstGeom>
          <a:noFill/>
          <a:ln>
            <a:noFill/>
          </a:ln>
        </p:spPr>
      </p:pic>
      <p:pic>
        <p:nvPicPr>
          <p:cNvPr id="186" name="Google Shape;186;p19"/>
          <p:cNvPicPr preferRelativeResize="0"/>
          <p:nvPr/>
        </p:nvPicPr>
        <p:blipFill rotWithShape="1">
          <a:blip r:embed="rId4">
            <a:alphaModFix/>
          </a:blip>
          <a:srcRect b="0" l="0" r="0" t="0"/>
          <a:stretch/>
        </p:blipFill>
        <p:spPr>
          <a:xfrm>
            <a:off x="6459800" y="2779225"/>
            <a:ext cx="492620" cy="492600"/>
          </a:xfrm>
          <a:prstGeom prst="rect">
            <a:avLst/>
          </a:prstGeom>
          <a:noFill/>
          <a:ln>
            <a:noFill/>
          </a:ln>
        </p:spPr>
      </p:pic>
      <p:cxnSp>
        <p:nvCxnSpPr>
          <p:cNvPr id="187" name="Google Shape;187;p19"/>
          <p:cNvCxnSpPr>
            <a:stCxn id="178" idx="0"/>
            <a:endCxn id="180" idx="2"/>
          </p:cNvCxnSpPr>
          <p:nvPr/>
        </p:nvCxnSpPr>
        <p:spPr>
          <a:xfrm rot="10800000">
            <a:off x="7541460" y="1474800"/>
            <a:ext cx="0" cy="540900"/>
          </a:xfrm>
          <a:prstGeom prst="straightConnector1">
            <a:avLst/>
          </a:prstGeom>
          <a:noFill/>
          <a:ln cap="flat" cmpd="sng" w="9525">
            <a:solidFill>
              <a:srgbClr val="1A1A1A"/>
            </a:solidFill>
            <a:prstDash val="solid"/>
            <a:round/>
            <a:headEnd len="med" w="med" type="none"/>
            <a:tailEnd len="med" w="med" type="none"/>
          </a:ln>
        </p:spPr>
      </p:cxnSp>
      <p:cxnSp>
        <p:nvCxnSpPr>
          <p:cNvPr id="188" name="Google Shape;188;p19"/>
          <p:cNvCxnSpPr>
            <a:stCxn id="181" idx="0"/>
            <a:endCxn id="179" idx="0"/>
          </p:cNvCxnSpPr>
          <p:nvPr/>
        </p:nvCxnSpPr>
        <p:spPr>
          <a:xfrm rot="10800000">
            <a:off x="7541460" y="2508350"/>
            <a:ext cx="0" cy="618000"/>
          </a:xfrm>
          <a:prstGeom prst="straightConnector1">
            <a:avLst/>
          </a:prstGeom>
          <a:noFill/>
          <a:ln cap="flat" cmpd="sng" w="9525">
            <a:solidFill>
              <a:srgbClr val="1A1A1A"/>
            </a:solidFill>
            <a:prstDash val="solid"/>
            <a:round/>
            <a:headEnd len="med" w="med" type="none"/>
            <a:tailEnd len="med" w="med" type="none"/>
          </a:ln>
        </p:spPr>
      </p:cxnSp>
      <p:cxnSp>
        <p:nvCxnSpPr>
          <p:cNvPr id="189" name="Google Shape;189;p19"/>
          <p:cNvCxnSpPr>
            <a:stCxn id="182" idx="1"/>
          </p:cNvCxnSpPr>
          <p:nvPr/>
        </p:nvCxnSpPr>
        <p:spPr>
          <a:xfrm rot="10800000">
            <a:off x="7783500" y="2262000"/>
            <a:ext cx="584100" cy="0"/>
          </a:xfrm>
          <a:prstGeom prst="straightConnector1">
            <a:avLst/>
          </a:prstGeom>
          <a:noFill/>
          <a:ln cap="flat" cmpd="sng" w="9525">
            <a:solidFill>
              <a:srgbClr val="1A1A1A"/>
            </a:solidFill>
            <a:prstDash val="solid"/>
            <a:round/>
            <a:headEnd len="med" w="med" type="none"/>
            <a:tailEnd len="med" w="med" type="none"/>
          </a:ln>
        </p:spPr>
      </p:cxnSp>
      <p:cxnSp>
        <p:nvCxnSpPr>
          <p:cNvPr id="190" name="Google Shape;190;p19"/>
          <p:cNvCxnSpPr/>
          <p:nvPr/>
        </p:nvCxnSpPr>
        <p:spPr>
          <a:xfrm rot="10800000">
            <a:off x="6957220" y="1745400"/>
            <a:ext cx="342300" cy="276000"/>
          </a:xfrm>
          <a:prstGeom prst="straightConnector1">
            <a:avLst/>
          </a:prstGeom>
          <a:noFill/>
          <a:ln cap="flat" cmpd="sng" w="9525">
            <a:solidFill>
              <a:srgbClr val="1A1A1A"/>
            </a:solidFill>
            <a:prstDash val="solid"/>
            <a:round/>
            <a:headEnd len="med" w="med" type="none"/>
            <a:tailEnd len="med" w="med" type="none"/>
          </a:ln>
        </p:spPr>
      </p:cxnSp>
      <p:cxnSp>
        <p:nvCxnSpPr>
          <p:cNvPr id="191" name="Google Shape;191;p19"/>
          <p:cNvCxnSpPr/>
          <p:nvPr/>
        </p:nvCxnSpPr>
        <p:spPr>
          <a:xfrm flipH="1" rot="10800000">
            <a:off x="7783370" y="1745400"/>
            <a:ext cx="342300" cy="276000"/>
          </a:xfrm>
          <a:prstGeom prst="straightConnector1">
            <a:avLst/>
          </a:prstGeom>
          <a:noFill/>
          <a:ln cap="flat" cmpd="sng" w="9525">
            <a:solidFill>
              <a:srgbClr val="1A1A1A"/>
            </a:solidFill>
            <a:prstDash val="solid"/>
            <a:round/>
            <a:headEnd len="med" w="med" type="none"/>
            <a:tailEnd len="med" w="med" type="none"/>
          </a:ln>
        </p:spPr>
      </p:cxnSp>
      <p:cxnSp>
        <p:nvCxnSpPr>
          <p:cNvPr id="192" name="Google Shape;192;p19"/>
          <p:cNvCxnSpPr/>
          <p:nvPr/>
        </p:nvCxnSpPr>
        <p:spPr>
          <a:xfrm flipH="1">
            <a:off x="6957220" y="2508300"/>
            <a:ext cx="342300" cy="276000"/>
          </a:xfrm>
          <a:prstGeom prst="straightConnector1">
            <a:avLst/>
          </a:prstGeom>
          <a:noFill/>
          <a:ln cap="flat" cmpd="sng" w="9525">
            <a:solidFill>
              <a:srgbClr val="1A1A1A"/>
            </a:solidFill>
            <a:prstDash val="solid"/>
            <a:round/>
            <a:headEnd len="med" w="med" type="none"/>
            <a:tailEnd len="med" w="med" type="none"/>
          </a:ln>
        </p:spPr>
      </p:cxnSp>
      <p:cxnSp>
        <p:nvCxnSpPr>
          <p:cNvPr id="193" name="Google Shape;193;p19"/>
          <p:cNvCxnSpPr/>
          <p:nvPr/>
        </p:nvCxnSpPr>
        <p:spPr>
          <a:xfrm>
            <a:off x="7783370" y="2508300"/>
            <a:ext cx="342300" cy="276000"/>
          </a:xfrm>
          <a:prstGeom prst="straightConnector1">
            <a:avLst/>
          </a:prstGeom>
          <a:noFill/>
          <a:ln cap="flat" cmpd="sng" w="9525">
            <a:solidFill>
              <a:srgbClr val="1A1A1A"/>
            </a:solidFill>
            <a:prstDash val="solid"/>
            <a:round/>
            <a:headEnd len="med" w="med" type="none"/>
            <a:tailEnd len="med" w="med" type="none"/>
          </a:ln>
        </p:spPr>
      </p:cxnSp>
      <p:cxnSp>
        <p:nvCxnSpPr>
          <p:cNvPr id="194" name="Google Shape;194;p19"/>
          <p:cNvCxnSpPr>
            <a:stCxn id="178" idx="1"/>
          </p:cNvCxnSpPr>
          <p:nvPr/>
        </p:nvCxnSpPr>
        <p:spPr>
          <a:xfrm rot="10800000">
            <a:off x="5172050" y="2262000"/>
            <a:ext cx="2123100" cy="0"/>
          </a:xfrm>
          <a:prstGeom prst="straightConnector1">
            <a:avLst/>
          </a:prstGeom>
          <a:noFill/>
          <a:ln cap="flat" cmpd="sng" w="9525">
            <a:solidFill>
              <a:srgbClr val="1A1A1A"/>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0"/>
          <p:cNvSpPr txBox="1"/>
          <p:nvPr>
            <p:ph idx="4294967295" type="ctrTitle"/>
          </p:nvPr>
        </p:nvSpPr>
        <p:spPr>
          <a:xfrm>
            <a:off x="85725" y="1021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latin typeface="Inter ExtraBold"/>
                <a:ea typeface="Inter ExtraBold"/>
                <a:cs typeface="Inter ExtraBold"/>
                <a:sym typeface="Inter ExtraBold"/>
              </a:rPr>
              <a:t>Area Networks</a:t>
            </a:r>
            <a:endParaRPr>
              <a:solidFill>
                <a:schemeClr val="accent2"/>
              </a:solidFill>
              <a:latin typeface="Inter ExtraBold"/>
              <a:ea typeface="Inter ExtraBold"/>
              <a:cs typeface="Inter ExtraBold"/>
              <a:sym typeface="Inter ExtraBold"/>
            </a:endParaRPr>
          </a:p>
        </p:txBody>
      </p:sp>
      <p:pic>
        <p:nvPicPr>
          <p:cNvPr id="200" name="Google Shape;200;p20"/>
          <p:cNvPicPr preferRelativeResize="0"/>
          <p:nvPr/>
        </p:nvPicPr>
        <p:blipFill>
          <a:blip r:embed="rId3">
            <a:alphaModFix/>
          </a:blip>
          <a:stretch>
            <a:fillRect/>
          </a:stretch>
        </p:blipFill>
        <p:spPr>
          <a:xfrm>
            <a:off x="6489152" y="876057"/>
            <a:ext cx="1688347" cy="1688382"/>
          </a:xfrm>
          <a:prstGeom prst="rect">
            <a:avLst/>
          </a:prstGeom>
          <a:noFill/>
          <a:ln>
            <a:noFill/>
          </a:ln>
        </p:spPr>
      </p:pic>
      <p:pic>
        <p:nvPicPr>
          <p:cNvPr id="201" name="Google Shape;201;p20"/>
          <p:cNvPicPr preferRelativeResize="0"/>
          <p:nvPr/>
        </p:nvPicPr>
        <p:blipFill>
          <a:blip r:embed="rId4">
            <a:alphaModFix/>
          </a:blip>
          <a:stretch>
            <a:fillRect/>
          </a:stretch>
        </p:blipFill>
        <p:spPr>
          <a:xfrm>
            <a:off x="3501856" y="863048"/>
            <a:ext cx="1688348" cy="1714400"/>
          </a:xfrm>
          <a:prstGeom prst="rect">
            <a:avLst/>
          </a:prstGeom>
          <a:noFill/>
          <a:ln>
            <a:noFill/>
          </a:ln>
        </p:spPr>
      </p:pic>
      <p:pic>
        <p:nvPicPr>
          <p:cNvPr id="202" name="Google Shape;202;p20"/>
          <p:cNvPicPr preferRelativeResize="0"/>
          <p:nvPr/>
        </p:nvPicPr>
        <p:blipFill>
          <a:blip r:embed="rId5">
            <a:alphaModFix/>
          </a:blip>
          <a:stretch>
            <a:fillRect/>
          </a:stretch>
        </p:blipFill>
        <p:spPr>
          <a:xfrm>
            <a:off x="788800" y="975556"/>
            <a:ext cx="1489369" cy="1489384"/>
          </a:xfrm>
          <a:prstGeom prst="rect">
            <a:avLst/>
          </a:prstGeom>
          <a:noFill/>
          <a:ln>
            <a:noFill/>
          </a:ln>
        </p:spPr>
      </p:pic>
      <p:sp>
        <p:nvSpPr>
          <p:cNvPr id="203" name="Google Shape;203;p20"/>
          <p:cNvSpPr txBox="1"/>
          <p:nvPr/>
        </p:nvSpPr>
        <p:spPr>
          <a:xfrm>
            <a:off x="736944" y="2670245"/>
            <a:ext cx="15048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Internet (WAN)</a:t>
            </a:r>
            <a:endParaRPr/>
          </a:p>
        </p:txBody>
      </p:sp>
      <p:sp>
        <p:nvSpPr>
          <p:cNvPr id="204" name="Google Shape;204;p20"/>
          <p:cNvSpPr txBox="1"/>
          <p:nvPr/>
        </p:nvSpPr>
        <p:spPr>
          <a:xfrm>
            <a:off x="3448598" y="2670238"/>
            <a:ext cx="19254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Local Network</a:t>
            </a:r>
            <a:br>
              <a:rPr lang="en" sz="2000">
                <a:solidFill>
                  <a:srgbClr val="1A1A1A"/>
                </a:solidFill>
                <a:latin typeface="Inter"/>
                <a:ea typeface="Inter"/>
                <a:cs typeface="Inter"/>
                <a:sym typeface="Inter"/>
              </a:rPr>
            </a:br>
            <a:r>
              <a:rPr lang="en" sz="2000">
                <a:solidFill>
                  <a:srgbClr val="1A1A1A"/>
                </a:solidFill>
                <a:latin typeface="Inter"/>
                <a:ea typeface="Inter"/>
                <a:cs typeface="Inter"/>
                <a:sym typeface="Inter"/>
              </a:rPr>
              <a:t>(LAN)</a:t>
            </a:r>
            <a:endParaRPr/>
          </a:p>
        </p:txBody>
      </p:sp>
      <p:sp>
        <p:nvSpPr>
          <p:cNvPr id="205" name="Google Shape;205;p20"/>
          <p:cNvSpPr txBox="1"/>
          <p:nvPr/>
        </p:nvSpPr>
        <p:spPr>
          <a:xfrm>
            <a:off x="6153263" y="2670238"/>
            <a:ext cx="23601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Wireless Network</a:t>
            </a:r>
            <a:br>
              <a:rPr lang="en" sz="2000">
                <a:solidFill>
                  <a:srgbClr val="1A1A1A"/>
                </a:solidFill>
                <a:latin typeface="Inter"/>
                <a:ea typeface="Inter"/>
                <a:cs typeface="Inter"/>
                <a:sym typeface="Inter"/>
              </a:rPr>
            </a:br>
            <a:r>
              <a:rPr lang="en" sz="2000">
                <a:solidFill>
                  <a:srgbClr val="1A1A1A"/>
                </a:solidFill>
                <a:latin typeface="Inter"/>
                <a:ea typeface="Inter"/>
                <a:cs typeface="Inter"/>
                <a:sym typeface="Inter"/>
              </a:rPr>
              <a:t>(WLAN)</a:t>
            </a:r>
            <a:endParaRPr/>
          </a:p>
        </p:txBody>
      </p:sp>
      <p:sp>
        <p:nvSpPr>
          <p:cNvPr id="206" name="Google Shape;206;p20"/>
          <p:cNvSpPr/>
          <p:nvPr/>
        </p:nvSpPr>
        <p:spPr>
          <a:xfrm>
            <a:off x="279150" y="3615975"/>
            <a:ext cx="8585700" cy="1356000"/>
          </a:xfrm>
          <a:prstGeom prst="roundRect">
            <a:avLst>
              <a:gd fmla="val 974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7" name="Google Shape;207;p20"/>
          <p:cNvSpPr txBox="1"/>
          <p:nvPr/>
        </p:nvSpPr>
        <p:spPr>
          <a:xfrm>
            <a:off x="831150" y="3722450"/>
            <a:ext cx="3460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1A1A1A"/>
                </a:solidFill>
                <a:latin typeface="Inter"/>
                <a:ea typeface="Inter"/>
                <a:cs typeface="Inter"/>
                <a:sym typeface="Inter"/>
              </a:rPr>
              <a:t>When you need to create connections between the networks, please use </a:t>
            </a:r>
            <a:br>
              <a:rPr lang="en">
                <a:solidFill>
                  <a:srgbClr val="1A1A1A"/>
                </a:solidFill>
                <a:latin typeface="Inter"/>
                <a:ea typeface="Inter"/>
                <a:cs typeface="Inter"/>
                <a:sym typeface="Inter"/>
              </a:rPr>
            </a:br>
            <a:r>
              <a:rPr lang="en">
                <a:solidFill>
                  <a:srgbClr val="1A1A1A"/>
                </a:solidFill>
                <a:latin typeface="Inter"/>
                <a:ea typeface="Inter"/>
                <a:cs typeface="Inter"/>
                <a:sym typeface="Inter"/>
              </a:rPr>
              <a:t>the following types of lines:</a:t>
            </a:r>
            <a:endParaRPr>
              <a:solidFill>
                <a:srgbClr val="1A1A1A"/>
              </a:solidFill>
              <a:latin typeface="Inter"/>
              <a:ea typeface="Inter"/>
              <a:cs typeface="Inter"/>
              <a:sym typeface="Inter"/>
            </a:endParaRPr>
          </a:p>
        </p:txBody>
      </p:sp>
      <p:pic>
        <p:nvPicPr>
          <p:cNvPr id="208" name="Google Shape;208;p20"/>
          <p:cNvPicPr preferRelativeResize="0"/>
          <p:nvPr/>
        </p:nvPicPr>
        <p:blipFill rotWithShape="1">
          <a:blip r:embed="rId6">
            <a:alphaModFix/>
          </a:blip>
          <a:srcRect b="0" l="0" r="0" t="0"/>
          <a:stretch/>
        </p:blipFill>
        <p:spPr>
          <a:xfrm>
            <a:off x="432950" y="3836175"/>
            <a:ext cx="355850" cy="355850"/>
          </a:xfrm>
          <a:prstGeom prst="rect">
            <a:avLst/>
          </a:prstGeom>
          <a:noFill/>
          <a:ln>
            <a:noFill/>
          </a:ln>
        </p:spPr>
      </p:pic>
      <p:cxnSp>
        <p:nvCxnSpPr>
          <p:cNvPr id="209" name="Google Shape;209;p20"/>
          <p:cNvCxnSpPr/>
          <p:nvPr/>
        </p:nvCxnSpPr>
        <p:spPr>
          <a:xfrm>
            <a:off x="4495800" y="3924050"/>
            <a:ext cx="1264200" cy="0"/>
          </a:xfrm>
          <a:prstGeom prst="straightConnector1">
            <a:avLst/>
          </a:prstGeom>
          <a:noFill/>
          <a:ln cap="flat" cmpd="sng" w="19050">
            <a:solidFill>
              <a:srgbClr val="1878DC"/>
            </a:solidFill>
            <a:prstDash val="solid"/>
            <a:round/>
            <a:headEnd len="med" w="med" type="none"/>
            <a:tailEnd len="med" w="med" type="none"/>
          </a:ln>
        </p:spPr>
      </p:cxnSp>
      <p:cxnSp>
        <p:nvCxnSpPr>
          <p:cNvPr id="210" name="Google Shape;210;p20"/>
          <p:cNvCxnSpPr/>
          <p:nvPr/>
        </p:nvCxnSpPr>
        <p:spPr>
          <a:xfrm>
            <a:off x="4495800" y="4298788"/>
            <a:ext cx="1264200" cy="0"/>
          </a:xfrm>
          <a:prstGeom prst="straightConnector1">
            <a:avLst/>
          </a:prstGeom>
          <a:noFill/>
          <a:ln cap="flat" cmpd="sng" w="19050">
            <a:solidFill>
              <a:schemeClr val="dk2"/>
            </a:solidFill>
            <a:prstDash val="solid"/>
            <a:round/>
            <a:headEnd len="med" w="med" type="none"/>
            <a:tailEnd len="med" w="med" type="none"/>
          </a:ln>
        </p:spPr>
      </p:cxnSp>
      <p:cxnSp>
        <p:nvCxnSpPr>
          <p:cNvPr id="211" name="Google Shape;211;p20"/>
          <p:cNvCxnSpPr/>
          <p:nvPr/>
        </p:nvCxnSpPr>
        <p:spPr>
          <a:xfrm>
            <a:off x="4495800" y="4673550"/>
            <a:ext cx="1264200" cy="0"/>
          </a:xfrm>
          <a:prstGeom prst="straightConnector1">
            <a:avLst/>
          </a:prstGeom>
          <a:noFill/>
          <a:ln cap="flat" cmpd="sng" w="19050">
            <a:solidFill>
              <a:schemeClr val="dk2"/>
            </a:solidFill>
            <a:prstDash val="dash"/>
            <a:round/>
            <a:headEnd len="med" w="med" type="none"/>
            <a:tailEnd len="med" w="med" type="none"/>
          </a:ln>
        </p:spPr>
      </p:cxnSp>
      <p:sp>
        <p:nvSpPr>
          <p:cNvPr id="212" name="Google Shape;212;p20"/>
          <p:cNvSpPr txBox="1"/>
          <p:nvPr/>
        </p:nvSpPr>
        <p:spPr>
          <a:xfrm>
            <a:off x="5804800" y="4098700"/>
            <a:ext cx="265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1A1A1A"/>
                </a:solidFill>
                <a:latin typeface="Inter"/>
                <a:ea typeface="Inter"/>
                <a:cs typeface="Inter"/>
                <a:sym typeface="Inter"/>
              </a:rPr>
              <a:t>Wired network for LAN</a:t>
            </a:r>
            <a:endParaRPr>
              <a:solidFill>
                <a:srgbClr val="1A1A1A"/>
              </a:solidFill>
              <a:latin typeface="Inter"/>
              <a:ea typeface="Inter"/>
              <a:cs typeface="Inter"/>
              <a:sym typeface="Inter"/>
            </a:endParaRPr>
          </a:p>
        </p:txBody>
      </p:sp>
      <p:sp>
        <p:nvSpPr>
          <p:cNvPr id="213" name="Google Shape;213;p20"/>
          <p:cNvSpPr txBox="1"/>
          <p:nvPr/>
        </p:nvSpPr>
        <p:spPr>
          <a:xfrm>
            <a:off x="5804800" y="3723950"/>
            <a:ext cx="265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1A1A1A"/>
                </a:solidFill>
                <a:latin typeface="Inter"/>
                <a:ea typeface="Inter"/>
                <a:cs typeface="Inter"/>
                <a:sym typeface="Inter"/>
              </a:rPr>
              <a:t>Wired network for WAN</a:t>
            </a:r>
            <a:endParaRPr>
              <a:solidFill>
                <a:srgbClr val="1A1A1A"/>
              </a:solidFill>
              <a:latin typeface="Inter"/>
              <a:ea typeface="Inter"/>
              <a:cs typeface="Inter"/>
              <a:sym typeface="Inter"/>
            </a:endParaRPr>
          </a:p>
        </p:txBody>
      </p:sp>
      <p:sp>
        <p:nvSpPr>
          <p:cNvPr id="214" name="Google Shape;214;p20"/>
          <p:cNvSpPr txBox="1"/>
          <p:nvPr/>
        </p:nvSpPr>
        <p:spPr>
          <a:xfrm>
            <a:off x="5804800" y="4473450"/>
            <a:ext cx="265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1A1A1A"/>
                </a:solidFill>
                <a:latin typeface="Inter"/>
                <a:ea typeface="Inter"/>
                <a:cs typeface="Inter"/>
                <a:sym typeface="Inter"/>
              </a:rPr>
              <a:t>Wireless network for WLAN</a:t>
            </a:r>
            <a:endParaRPr>
              <a:solidFill>
                <a:srgbClr val="1A1A1A"/>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1"/>
          <p:cNvSpPr txBox="1"/>
          <p:nvPr>
            <p:ph idx="4294967295" type="ctrTitle"/>
          </p:nvPr>
        </p:nvSpPr>
        <p:spPr>
          <a:xfrm>
            <a:off x="85725" y="1021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latin typeface="Inter ExtraBold"/>
                <a:ea typeface="Inter ExtraBold"/>
                <a:cs typeface="Inter ExtraBold"/>
                <a:sym typeface="Inter ExtraBold"/>
              </a:rPr>
              <a:t>Service Providers</a:t>
            </a:r>
            <a:endParaRPr>
              <a:solidFill>
                <a:schemeClr val="accent2"/>
              </a:solidFill>
              <a:latin typeface="Inter ExtraBold"/>
              <a:ea typeface="Inter ExtraBold"/>
              <a:cs typeface="Inter ExtraBold"/>
              <a:sym typeface="Inter ExtraBold"/>
            </a:endParaRPr>
          </a:p>
        </p:txBody>
      </p:sp>
      <p:pic>
        <p:nvPicPr>
          <p:cNvPr id="220" name="Google Shape;220;p21"/>
          <p:cNvPicPr preferRelativeResize="0"/>
          <p:nvPr/>
        </p:nvPicPr>
        <p:blipFill rotWithShape="1">
          <a:blip r:embed="rId3">
            <a:alphaModFix/>
          </a:blip>
          <a:srcRect b="-2934" l="-2005" r="-4073" t="0"/>
          <a:stretch/>
        </p:blipFill>
        <p:spPr>
          <a:xfrm>
            <a:off x="6304025" y="1417262"/>
            <a:ext cx="2013325" cy="1874750"/>
          </a:xfrm>
          <a:prstGeom prst="rect">
            <a:avLst/>
          </a:prstGeom>
          <a:noFill/>
          <a:ln>
            <a:noFill/>
          </a:ln>
        </p:spPr>
      </p:pic>
      <p:pic>
        <p:nvPicPr>
          <p:cNvPr id="221" name="Google Shape;221;p21"/>
          <p:cNvPicPr preferRelativeResize="0"/>
          <p:nvPr/>
        </p:nvPicPr>
        <p:blipFill rotWithShape="1">
          <a:blip r:embed="rId4">
            <a:alphaModFix/>
          </a:blip>
          <a:srcRect b="-3416" l="0" r="0" t="-3330"/>
          <a:stretch/>
        </p:blipFill>
        <p:spPr>
          <a:xfrm>
            <a:off x="3509850" y="1413088"/>
            <a:ext cx="1739500" cy="2020437"/>
          </a:xfrm>
          <a:prstGeom prst="rect">
            <a:avLst/>
          </a:prstGeom>
          <a:noFill/>
          <a:ln>
            <a:noFill/>
          </a:ln>
        </p:spPr>
      </p:pic>
      <p:pic>
        <p:nvPicPr>
          <p:cNvPr id="222" name="Google Shape;222;p21"/>
          <p:cNvPicPr preferRelativeResize="0"/>
          <p:nvPr/>
        </p:nvPicPr>
        <p:blipFill rotWithShape="1">
          <a:blip r:embed="rId5">
            <a:alphaModFix/>
          </a:blip>
          <a:srcRect b="-959" l="0" r="0" t="0"/>
          <a:stretch/>
        </p:blipFill>
        <p:spPr>
          <a:xfrm>
            <a:off x="774350" y="1545336"/>
            <a:ext cx="1622150" cy="1892890"/>
          </a:xfrm>
          <a:prstGeom prst="rect">
            <a:avLst/>
          </a:prstGeom>
          <a:noFill/>
          <a:ln>
            <a:noFill/>
          </a:ln>
        </p:spPr>
      </p:pic>
      <p:sp>
        <p:nvSpPr>
          <p:cNvPr id="223" name="Google Shape;223;p21"/>
          <p:cNvSpPr txBox="1"/>
          <p:nvPr/>
        </p:nvSpPr>
        <p:spPr>
          <a:xfrm>
            <a:off x="833031" y="3772932"/>
            <a:ext cx="1504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ISP</a:t>
            </a:r>
            <a:endParaRPr/>
          </a:p>
        </p:txBody>
      </p:sp>
      <p:sp>
        <p:nvSpPr>
          <p:cNvPr id="224" name="Google Shape;224;p21"/>
          <p:cNvSpPr txBox="1"/>
          <p:nvPr/>
        </p:nvSpPr>
        <p:spPr>
          <a:xfrm>
            <a:off x="3372948" y="3772925"/>
            <a:ext cx="20133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Data Center</a:t>
            </a:r>
            <a:endParaRPr/>
          </a:p>
        </p:txBody>
      </p:sp>
      <p:sp>
        <p:nvSpPr>
          <p:cNvPr id="225" name="Google Shape;225;p21"/>
          <p:cNvSpPr txBox="1"/>
          <p:nvPr/>
        </p:nvSpPr>
        <p:spPr>
          <a:xfrm>
            <a:off x="6200090" y="3772925"/>
            <a:ext cx="21798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Cloud Service Provider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2"/>
          <p:cNvSpPr txBox="1"/>
          <p:nvPr>
            <p:ph idx="4294967295" type="ctrTitle"/>
          </p:nvPr>
        </p:nvSpPr>
        <p:spPr>
          <a:xfrm>
            <a:off x="85725" y="1021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latin typeface="Inter ExtraBold"/>
                <a:ea typeface="Inter ExtraBold"/>
                <a:cs typeface="Inter ExtraBold"/>
                <a:sym typeface="Inter ExtraBold"/>
              </a:rPr>
              <a:t>Continuous Monitoring</a:t>
            </a:r>
            <a:endParaRPr>
              <a:latin typeface="Inter ExtraBold"/>
              <a:ea typeface="Inter ExtraBold"/>
              <a:cs typeface="Inter ExtraBold"/>
              <a:sym typeface="Inter ExtraBold"/>
            </a:endParaRPr>
          </a:p>
        </p:txBody>
      </p:sp>
      <p:pic>
        <p:nvPicPr>
          <p:cNvPr id="231" name="Google Shape;231;p22"/>
          <p:cNvPicPr preferRelativeResize="0"/>
          <p:nvPr/>
        </p:nvPicPr>
        <p:blipFill>
          <a:blip r:embed="rId3">
            <a:alphaModFix/>
          </a:blip>
          <a:stretch>
            <a:fillRect/>
          </a:stretch>
        </p:blipFill>
        <p:spPr>
          <a:xfrm>
            <a:off x="7072656" y="1335870"/>
            <a:ext cx="1598344" cy="1472410"/>
          </a:xfrm>
          <a:prstGeom prst="rect">
            <a:avLst/>
          </a:prstGeom>
          <a:noFill/>
          <a:ln>
            <a:noFill/>
          </a:ln>
        </p:spPr>
      </p:pic>
      <p:pic>
        <p:nvPicPr>
          <p:cNvPr id="232" name="Google Shape;232;p22"/>
          <p:cNvPicPr preferRelativeResize="0"/>
          <p:nvPr/>
        </p:nvPicPr>
        <p:blipFill>
          <a:blip r:embed="rId4">
            <a:alphaModFix/>
          </a:blip>
          <a:stretch>
            <a:fillRect/>
          </a:stretch>
        </p:blipFill>
        <p:spPr>
          <a:xfrm>
            <a:off x="363900" y="1259400"/>
            <a:ext cx="1260987" cy="1625350"/>
          </a:xfrm>
          <a:prstGeom prst="rect">
            <a:avLst/>
          </a:prstGeom>
          <a:noFill/>
          <a:ln>
            <a:noFill/>
          </a:ln>
        </p:spPr>
      </p:pic>
      <p:pic>
        <p:nvPicPr>
          <p:cNvPr id="233" name="Google Shape;233;p22"/>
          <p:cNvPicPr preferRelativeResize="0"/>
          <p:nvPr/>
        </p:nvPicPr>
        <p:blipFill>
          <a:blip r:embed="rId5">
            <a:alphaModFix/>
          </a:blip>
          <a:stretch>
            <a:fillRect/>
          </a:stretch>
        </p:blipFill>
        <p:spPr>
          <a:xfrm>
            <a:off x="2376525" y="1354618"/>
            <a:ext cx="1833900" cy="1434914"/>
          </a:xfrm>
          <a:prstGeom prst="rect">
            <a:avLst/>
          </a:prstGeom>
          <a:noFill/>
          <a:ln>
            <a:noFill/>
          </a:ln>
        </p:spPr>
      </p:pic>
      <p:pic>
        <p:nvPicPr>
          <p:cNvPr id="234" name="Google Shape;234;p22"/>
          <p:cNvPicPr preferRelativeResize="0"/>
          <p:nvPr/>
        </p:nvPicPr>
        <p:blipFill>
          <a:blip r:embed="rId6">
            <a:alphaModFix/>
          </a:blip>
          <a:stretch>
            <a:fillRect/>
          </a:stretch>
        </p:blipFill>
        <p:spPr>
          <a:xfrm>
            <a:off x="4759020" y="1429843"/>
            <a:ext cx="1833904" cy="1778313"/>
          </a:xfrm>
          <a:prstGeom prst="rect">
            <a:avLst/>
          </a:prstGeom>
          <a:noFill/>
          <a:ln>
            <a:noFill/>
          </a:ln>
        </p:spPr>
      </p:pic>
      <p:sp>
        <p:nvSpPr>
          <p:cNvPr id="235" name="Google Shape;235;p22"/>
          <p:cNvSpPr txBox="1"/>
          <p:nvPr/>
        </p:nvSpPr>
        <p:spPr>
          <a:xfrm>
            <a:off x="279024" y="3208150"/>
            <a:ext cx="18339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Network Observability</a:t>
            </a:r>
            <a:endParaRPr/>
          </a:p>
        </p:txBody>
      </p:sp>
      <p:sp>
        <p:nvSpPr>
          <p:cNvPr id="236" name="Google Shape;236;p22"/>
          <p:cNvSpPr txBox="1"/>
          <p:nvPr/>
        </p:nvSpPr>
        <p:spPr>
          <a:xfrm>
            <a:off x="2376525" y="3208150"/>
            <a:ext cx="1833900" cy="1416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Endpoint Detection</a:t>
            </a:r>
            <a:br>
              <a:rPr lang="en" sz="2000">
                <a:solidFill>
                  <a:srgbClr val="1A1A1A"/>
                </a:solidFill>
                <a:latin typeface="Inter"/>
                <a:ea typeface="Inter"/>
                <a:cs typeface="Inter"/>
                <a:sym typeface="Inter"/>
              </a:rPr>
            </a:br>
            <a:r>
              <a:rPr lang="en" sz="2000">
                <a:solidFill>
                  <a:srgbClr val="1A1A1A"/>
                </a:solidFill>
                <a:latin typeface="Inter"/>
                <a:ea typeface="Inter"/>
                <a:cs typeface="Inter"/>
                <a:sym typeface="Inter"/>
              </a:rPr>
              <a:t>&amp; Response (EDR)</a:t>
            </a:r>
            <a:endParaRPr/>
          </a:p>
        </p:txBody>
      </p:sp>
      <p:sp>
        <p:nvSpPr>
          <p:cNvPr id="237" name="Google Shape;237;p22"/>
          <p:cNvSpPr txBox="1"/>
          <p:nvPr/>
        </p:nvSpPr>
        <p:spPr>
          <a:xfrm>
            <a:off x="4759024" y="3208150"/>
            <a:ext cx="18339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Vulnerability Scan</a:t>
            </a:r>
            <a:endParaRPr/>
          </a:p>
        </p:txBody>
      </p:sp>
      <p:sp>
        <p:nvSpPr>
          <p:cNvPr id="238" name="Google Shape;238;p22"/>
          <p:cNvSpPr txBox="1"/>
          <p:nvPr/>
        </p:nvSpPr>
        <p:spPr>
          <a:xfrm>
            <a:off x="6954874" y="3208150"/>
            <a:ext cx="18339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No visibility into network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3"/>
          <p:cNvSpPr txBox="1"/>
          <p:nvPr>
            <p:ph idx="4294967295" type="ctrTitle"/>
          </p:nvPr>
        </p:nvSpPr>
        <p:spPr>
          <a:xfrm>
            <a:off x="85725" y="1021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latin typeface="Inter ExtraBold"/>
                <a:ea typeface="Inter ExtraBold"/>
                <a:cs typeface="Inter ExtraBold"/>
                <a:sym typeface="Inter ExtraBold"/>
              </a:rPr>
              <a:t>Architectures</a:t>
            </a:r>
            <a:endParaRPr>
              <a:latin typeface="Inter ExtraBold"/>
              <a:ea typeface="Inter ExtraBold"/>
              <a:cs typeface="Inter ExtraBold"/>
              <a:sym typeface="Inter ExtraBold"/>
            </a:endParaRPr>
          </a:p>
        </p:txBody>
      </p:sp>
      <p:pic>
        <p:nvPicPr>
          <p:cNvPr id="244" name="Google Shape;244;p23"/>
          <p:cNvPicPr preferRelativeResize="0"/>
          <p:nvPr/>
        </p:nvPicPr>
        <p:blipFill>
          <a:blip r:embed="rId3">
            <a:alphaModFix/>
          </a:blip>
          <a:stretch>
            <a:fillRect/>
          </a:stretch>
        </p:blipFill>
        <p:spPr>
          <a:xfrm>
            <a:off x="1107363" y="1185425"/>
            <a:ext cx="1183537" cy="2036325"/>
          </a:xfrm>
          <a:prstGeom prst="rect">
            <a:avLst/>
          </a:prstGeom>
          <a:noFill/>
          <a:ln>
            <a:noFill/>
          </a:ln>
        </p:spPr>
      </p:pic>
      <p:pic>
        <p:nvPicPr>
          <p:cNvPr id="245" name="Google Shape;245;p23"/>
          <p:cNvPicPr preferRelativeResize="0"/>
          <p:nvPr/>
        </p:nvPicPr>
        <p:blipFill>
          <a:blip r:embed="rId4">
            <a:alphaModFix/>
          </a:blip>
          <a:stretch>
            <a:fillRect/>
          </a:stretch>
        </p:blipFill>
        <p:spPr>
          <a:xfrm>
            <a:off x="6151162" y="1164825"/>
            <a:ext cx="2077525" cy="2077525"/>
          </a:xfrm>
          <a:prstGeom prst="rect">
            <a:avLst/>
          </a:prstGeom>
          <a:noFill/>
          <a:ln>
            <a:noFill/>
          </a:ln>
        </p:spPr>
      </p:pic>
      <p:pic>
        <p:nvPicPr>
          <p:cNvPr id="246" name="Google Shape;246;p23"/>
          <p:cNvPicPr preferRelativeResize="0"/>
          <p:nvPr/>
        </p:nvPicPr>
        <p:blipFill>
          <a:blip r:embed="rId5">
            <a:alphaModFix/>
          </a:blip>
          <a:stretch>
            <a:fillRect/>
          </a:stretch>
        </p:blipFill>
        <p:spPr>
          <a:xfrm>
            <a:off x="3482253" y="1315332"/>
            <a:ext cx="1924547" cy="1776512"/>
          </a:xfrm>
          <a:prstGeom prst="rect">
            <a:avLst/>
          </a:prstGeom>
          <a:noFill/>
          <a:ln>
            <a:noFill/>
          </a:ln>
        </p:spPr>
      </p:pic>
      <p:sp>
        <p:nvSpPr>
          <p:cNvPr id="247" name="Google Shape;247;p23"/>
          <p:cNvSpPr txBox="1"/>
          <p:nvPr/>
        </p:nvSpPr>
        <p:spPr>
          <a:xfrm>
            <a:off x="590785" y="3392250"/>
            <a:ext cx="22167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Monolithic ERP</a:t>
            </a:r>
            <a:endParaRPr sz="2000">
              <a:solidFill>
                <a:srgbClr val="1A1A1A"/>
              </a:solidFill>
              <a:latin typeface="Inter"/>
              <a:ea typeface="Inter"/>
              <a:cs typeface="Inter"/>
              <a:sym typeface="Inter"/>
            </a:endParaRPr>
          </a:p>
          <a:p>
            <a:pPr indent="0" lvl="0" marL="0" rtl="0" algn="ctr">
              <a:spcBef>
                <a:spcPts val="0"/>
              </a:spcBef>
              <a:spcAft>
                <a:spcPts val="0"/>
              </a:spcAft>
              <a:buNone/>
            </a:pPr>
            <a:r>
              <a:rPr lang="en" sz="2000">
                <a:solidFill>
                  <a:srgbClr val="1A1A1A"/>
                </a:solidFill>
                <a:latin typeface="Inter"/>
                <a:ea typeface="Inter"/>
                <a:cs typeface="Inter"/>
                <a:sym typeface="Inter"/>
              </a:rPr>
              <a:t>(Architecture)</a:t>
            </a:r>
            <a:endParaRPr sz="2000">
              <a:solidFill>
                <a:srgbClr val="1A1A1A"/>
              </a:solidFill>
              <a:latin typeface="Inter"/>
              <a:ea typeface="Inter"/>
              <a:cs typeface="Inter"/>
              <a:sym typeface="Inter"/>
            </a:endParaRPr>
          </a:p>
        </p:txBody>
      </p:sp>
      <p:sp>
        <p:nvSpPr>
          <p:cNvPr id="248" name="Google Shape;248;p23"/>
          <p:cNvSpPr txBox="1"/>
          <p:nvPr/>
        </p:nvSpPr>
        <p:spPr>
          <a:xfrm>
            <a:off x="3336185" y="3392250"/>
            <a:ext cx="22167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Three-tier</a:t>
            </a:r>
            <a:endParaRPr sz="2000">
              <a:solidFill>
                <a:srgbClr val="1A1A1A"/>
              </a:solidFill>
              <a:latin typeface="Inter"/>
              <a:ea typeface="Inter"/>
              <a:cs typeface="Inter"/>
              <a:sym typeface="Inter"/>
            </a:endParaRPr>
          </a:p>
          <a:p>
            <a:pPr indent="0" lvl="0" marL="0" rtl="0" algn="ctr">
              <a:spcBef>
                <a:spcPts val="0"/>
              </a:spcBef>
              <a:spcAft>
                <a:spcPts val="0"/>
              </a:spcAft>
              <a:buNone/>
            </a:pPr>
            <a:r>
              <a:rPr lang="en" sz="2000">
                <a:solidFill>
                  <a:srgbClr val="1A1A1A"/>
                </a:solidFill>
                <a:latin typeface="Inter"/>
                <a:ea typeface="Inter"/>
                <a:cs typeface="Inter"/>
                <a:sym typeface="Inter"/>
              </a:rPr>
              <a:t>(Architecture)</a:t>
            </a:r>
            <a:endParaRPr sz="2000">
              <a:solidFill>
                <a:srgbClr val="1A1A1A"/>
              </a:solidFill>
              <a:latin typeface="Inter"/>
              <a:ea typeface="Inter"/>
              <a:cs typeface="Inter"/>
              <a:sym typeface="Inter"/>
            </a:endParaRPr>
          </a:p>
        </p:txBody>
      </p:sp>
      <p:sp>
        <p:nvSpPr>
          <p:cNvPr id="249" name="Google Shape;249;p23"/>
          <p:cNvSpPr txBox="1"/>
          <p:nvPr/>
        </p:nvSpPr>
        <p:spPr>
          <a:xfrm>
            <a:off x="6081585" y="3392250"/>
            <a:ext cx="22167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Cloud microservices</a:t>
            </a:r>
            <a:endParaRPr sz="2000">
              <a:solidFill>
                <a:srgbClr val="1A1A1A"/>
              </a:solidFill>
              <a:latin typeface="Inter"/>
              <a:ea typeface="Inter"/>
              <a:cs typeface="Inter"/>
              <a:sym typeface="Inter"/>
            </a:endParaRPr>
          </a:p>
          <a:p>
            <a:pPr indent="0" lvl="0" marL="0" rtl="0" algn="ctr">
              <a:spcBef>
                <a:spcPts val="0"/>
              </a:spcBef>
              <a:spcAft>
                <a:spcPts val="0"/>
              </a:spcAft>
              <a:buNone/>
            </a:pPr>
            <a:r>
              <a:rPr lang="en" sz="2000">
                <a:solidFill>
                  <a:srgbClr val="1A1A1A"/>
                </a:solidFill>
                <a:latin typeface="Inter"/>
                <a:ea typeface="Inter"/>
                <a:cs typeface="Inter"/>
                <a:sym typeface="Inter"/>
              </a:rPr>
              <a:t>(Architecture)</a:t>
            </a:r>
            <a:endParaRPr sz="2000">
              <a:solidFill>
                <a:srgbClr val="1A1A1A"/>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4"/>
          <p:cNvSpPr txBox="1"/>
          <p:nvPr>
            <p:ph idx="4294967295" type="ctrTitle"/>
          </p:nvPr>
        </p:nvSpPr>
        <p:spPr>
          <a:xfrm>
            <a:off x="85725" y="1021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latin typeface="Inter ExtraBold"/>
                <a:ea typeface="Inter ExtraBold"/>
                <a:cs typeface="Inter ExtraBold"/>
                <a:sym typeface="Inter ExtraBold"/>
              </a:rPr>
              <a:t>Connection Types</a:t>
            </a:r>
            <a:endParaRPr>
              <a:latin typeface="Inter ExtraBold"/>
              <a:ea typeface="Inter ExtraBold"/>
              <a:cs typeface="Inter ExtraBold"/>
              <a:sym typeface="Inter ExtraBold"/>
            </a:endParaRPr>
          </a:p>
        </p:txBody>
      </p:sp>
      <p:sp>
        <p:nvSpPr>
          <p:cNvPr id="255" name="Google Shape;255;p24"/>
          <p:cNvSpPr/>
          <p:nvPr/>
        </p:nvSpPr>
        <p:spPr>
          <a:xfrm>
            <a:off x="294413" y="1004450"/>
            <a:ext cx="4191000" cy="3861900"/>
          </a:xfrm>
          <a:prstGeom prst="roundRect">
            <a:avLst>
              <a:gd fmla="val 3139"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6" name="Google Shape;256;p24"/>
          <p:cNvSpPr/>
          <p:nvPr/>
        </p:nvSpPr>
        <p:spPr>
          <a:xfrm>
            <a:off x="4658588" y="1004450"/>
            <a:ext cx="4191000" cy="3861900"/>
          </a:xfrm>
          <a:prstGeom prst="roundRect">
            <a:avLst>
              <a:gd fmla="val 3139"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57" name="Google Shape;257;p24"/>
          <p:cNvPicPr preferRelativeResize="0"/>
          <p:nvPr/>
        </p:nvPicPr>
        <p:blipFill>
          <a:blip r:embed="rId3">
            <a:alphaModFix/>
          </a:blip>
          <a:stretch>
            <a:fillRect/>
          </a:stretch>
        </p:blipFill>
        <p:spPr>
          <a:xfrm>
            <a:off x="2429601" y="2583400"/>
            <a:ext cx="1614900" cy="973200"/>
          </a:xfrm>
          <a:prstGeom prst="rect">
            <a:avLst/>
          </a:prstGeom>
          <a:noFill/>
          <a:ln>
            <a:noFill/>
          </a:ln>
        </p:spPr>
      </p:pic>
      <p:pic>
        <p:nvPicPr>
          <p:cNvPr id="258" name="Google Shape;258;p24"/>
          <p:cNvPicPr preferRelativeResize="0"/>
          <p:nvPr/>
        </p:nvPicPr>
        <p:blipFill>
          <a:blip r:embed="rId4">
            <a:alphaModFix/>
          </a:blip>
          <a:stretch>
            <a:fillRect/>
          </a:stretch>
        </p:blipFill>
        <p:spPr>
          <a:xfrm>
            <a:off x="735325" y="2434675"/>
            <a:ext cx="1121948" cy="1121925"/>
          </a:xfrm>
          <a:prstGeom prst="rect">
            <a:avLst/>
          </a:prstGeom>
          <a:noFill/>
          <a:ln>
            <a:noFill/>
          </a:ln>
        </p:spPr>
      </p:pic>
      <p:sp>
        <p:nvSpPr>
          <p:cNvPr id="259" name="Google Shape;259;p24"/>
          <p:cNvSpPr txBox="1"/>
          <p:nvPr/>
        </p:nvSpPr>
        <p:spPr>
          <a:xfrm>
            <a:off x="1281585" y="1176000"/>
            <a:ext cx="22167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Wired connections</a:t>
            </a:r>
            <a:endParaRPr sz="2000">
              <a:solidFill>
                <a:srgbClr val="1A1A1A"/>
              </a:solidFill>
              <a:latin typeface="Inter"/>
              <a:ea typeface="Inter"/>
              <a:cs typeface="Inter"/>
              <a:sym typeface="Inter"/>
            </a:endParaRPr>
          </a:p>
        </p:txBody>
      </p:sp>
      <p:sp>
        <p:nvSpPr>
          <p:cNvPr id="260" name="Google Shape;260;p24"/>
          <p:cNvSpPr txBox="1"/>
          <p:nvPr/>
        </p:nvSpPr>
        <p:spPr>
          <a:xfrm>
            <a:off x="488853" y="3761675"/>
            <a:ext cx="16149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rgbClr val="1A1A1A"/>
                </a:solidFill>
                <a:latin typeface="Inter"/>
                <a:ea typeface="Inter"/>
                <a:cs typeface="Inter"/>
                <a:sym typeface="Inter"/>
              </a:rPr>
              <a:t>High-speed Connection</a:t>
            </a:r>
            <a:endParaRPr sz="1500">
              <a:solidFill>
                <a:srgbClr val="1A1A1A"/>
              </a:solidFill>
              <a:latin typeface="Inter"/>
              <a:ea typeface="Inter"/>
              <a:cs typeface="Inter"/>
              <a:sym typeface="Inter"/>
            </a:endParaRPr>
          </a:p>
        </p:txBody>
      </p:sp>
      <p:sp>
        <p:nvSpPr>
          <p:cNvPr id="261" name="Google Shape;261;p24"/>
          <p:cNvSpPr txBox="1"/>
          <p:nvPr/>
        </p:nvSpPr>
        <p:spPr>
          <a:xfrm>
            <a:off x="2429603" y="3761675"/>
            <a:ext cx="16149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rgbClr val="1A1A1A"/>
                </a:solidFill>
                <a:latin typeface="Inter"/>
                <a:ea typeface="Inter"/>
                <a:cs typeface="Inter"/>
                <a:sym typeface="Inter"/>
              </a:rPr>
              <a:t>Low</a:t>
            </a:r>
            <a:r>
              <a:rPr lang="en" sz="1500">
                <a:solidFill>
                  <a:srgbClr val="1A1A1A"/>
                </a:solidFill>
                <a:latin typeface="Inter"/>
                <a:ea typeface="Inter"/>
                <a:cs typeface="Inter"/>
                <a:sym typeface="Inter"/>
              </a:rPr>
              <a:t>-speed Connection</a:t>
            </a:r>
            <a:endParaRPr sz="1500">
              <a:solidFill>
                <a:srgbClr val="1A1A1A"/>
              </a:solidFill>
              <a:latin typeface="Inter"/>
              <a:ea typeface="Inter"/>
              <a:cs typeface="Inter"/>
              <a:sym typeface="Inter"/>
            </a:endParaRPr>
          </a:p>
        </p:txBody>
      </p:sp>
      <p:sp>
        <p:nvSpPr>
          <p:cNvPr id="262" name="Google Shape;262;p24"/>
          <p:cNvSpPr txBox="1"/>
          <p:nvPr/>
        </p:nvSpPr>
        <p:spPr>
          <a:xfrm>
            <a:off x="5645760" y="1176000"/>
            <a:ext cx="22167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Wireless connections</a:t>
            </a:r>
            <a:endParaRPr sz="2000">
              <a:solidFill>
                <a:srgbClr val="1A1A1A"/>
              </a:solidFill>
              <a:latin typeface="Inter"/>
              <a:ea typeface="Inter"/>
              <a:cs typeface="Inter"/>
              <a:sym typeface="Inter"/>
            </a:endParaRPr>
          </a:p>
        </p:txBody>
      </p:sp>
      <p:pic>
        <p:nvPicPr>
          <p:cNvPr id="263" name="Google Shape;263;p24"/>
          <p:cNvPicPr preferRelativeResize="0"/>
          <p:nvPr/>
        </p:nvPicPr>
        <p:blipFill>
          <a:blip r:embed="rId5">
            <a:alphaModFix/>
          </a:blip>
          <a:stretch>
            <a:fillRect/>
          </a:stretch>
        </p:blipFill>
        <p:spPr>
          <a:xfrm>
            <a:off x="7115971" y="2509037"/>
            <a:ext cx="1249404" cy="1121925"/>
          </a:xfrm>
          <a:prstGeom prst="rect">
            <a:avLst/>
          </a:prstGeom>
          <a:noFill/>
          <a:ln>
            <a:noFill/>
          </a:ln>
        </p:spPr>
      </p:pic>
      <p:pic>
        <p:nvPicPr>
          <p:cNvPr id="264" name="Google Shape;264;p24"/>
          <p:cNvPicPr preferRelativeResize="0"/>
          <p:nvPr/>
        </p:nvPicPr>
        <p:blipFill>
          <a:blip r:embed="rId6">
            <a:alphaModFix/>
          </a:blip>
          <a:stretch>
            <a:fillRect/>
          </a:stretch>
        </p:blipFill>
        <p:spPr>
          <a:xfrm>
            <a:off x="5101322" y="2585300"/>
            <a:ext cx="1275294" cy="969400"/>
          </a:xfrm>
          <a:prstGeom prst="rect">
            <a:avLst/>
          </a:prstGeom>
          <a:noFill/>
          <a:ln>
            <a:noFill/>
          </a:ln>
        </p:spPr>
      </p:pic>
      <p:sp>
        <p:nvSpPr>
          <p:cNvPr id="265" name="Google Shape;265;p24"/>
          <p:cNvSpPr txBox="1"/>
          <p:nvPr/>
        </p:nvSpPr>
        <p:spPr>
          <a:xfrm>
            <a:off x="4931528" y="3761675"/>
            <a:ext cx="16149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rgbClr val="1A1A1A"/>
                </a:solidFill>
                <a:latin typeface="Inter"/>
                <a:ea typeface="Inter"/>
                <a:cs typeface="Inter"/>
                <a:sym typeface="Inter"/>
              </a:rPr>
              <a:t>Wi-Fi</a:t>
            </a:r>
            <a:r>
              <a:rPr lang="en" sz="1500">
                <a:solidFill>
                  <a:srgbClr val="1A1A1A"/>
                </a:solidFill>
                <a:latin typeface="Inter"/>
                <a:ea typeface="Inter"/>
                <a:cs typeface="Inter"/>
                <a:sym typeface="Inter"/>
              </a:rPr>
              <a:t> Connection</a:t>
            </a:r>
            <a:endParaRPr sz="1500">
              <a:solidFill>
                <a:srgbClr val="1A1A1A"/>
              </a:solidFill>
              <a:latin typeface="Inter"/>
              <a:ea typeface="Inter"/>
              <a:cs typeface="Inter"/>
              <a:sym typeface="Inter"/>
            </a:endParaRPr>
          </a:p>
        </p:txBody>
      </p:sp>
      <p:sp>
        <p:nvSpPr>
          <p:cNvPr id="266" name="Google Shape;266;p24"/>
          <p:cNvSpPr txBox="1"/>
          <p:nvPr/>
        </p:nvSpPr>
        <p:spPr>
          <a:xfrm>
            <a:off x="6933228" y="3761675"/>
            <a:ext cx="16149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rgbClr val="1A1A1A"/>
                </a:solidFill>
                <a:latin typeface="Inter"/>
                <a:ea typeface="Inter"/>
                <a:cs typeface="Inter"/>
                <a:sym typeface="Inter"/>
              </a:rPr>
              <a:t>Cellular</a:t>
            </a:r>
            <a:r>
              <a:rPr lang="en" sz="1500">
                <a:solidFill>
                  <a:srgbClr val="1A1A1A"/>
                </a:solidFill>
                <a:latin typeface="Inter"/>
                <a:ea typeface="Inter"/>
                <a:cs typeface="Inter"/>
                <a:sym typeface="Inter"/>
              </a:rPr>
              <a:t> Connection</a:t>
            </a:r>
            <a:endParaRPr sz="1500">
              <a:solidFill>
                <a:srgbClr val="1A1A1A"/>
              </a:solidFill>
              <a:latin typeface="Inter"/>
              <a:ea typeface="Inter"/>
              <a:cs typeface="Inter"/>
              <a:sym typeface="Inter"/>
            </a:endParaRPr>
          </a:p>
        </p:txBody>
      </p:sp>
      <p:cxnSp>
        <p:nvCxnSpPr>
          <p:cNvPr id="267" name="Google Shape;267;p24"/>
          <p:cNvCxnSpPr/>
          <p:nvPr/>
        </p:nvCxnSpPr>
        <p:spPr>
          <a:xfrm>
            <a:off x="724700" y="2067525"/>
            <a:ext cx="3367800" cy="0"/>
          </a:xfrm>
          <a:prstGeom prst="straightConnector1">
            <a:avLst/>
          </a:prstGeom>
          <a:noFill/>
          <a:ln cap="flat" cmpd="sng" w="9525">
            <a:solidFill>
              <a:srgbClr val="2A2A2A"/>
            </a:solidFill>
            <a:prstDash val="solid"/>
            <a:round/>
            <a:headEnd len="med" w="med" type="triangle"/>
            <a:tailEnd len="med" w="med" type="triangle"/>
          </a:ln>
        </p:spPr>
      </p:cxnSp>
      <p:cxnSp>
        <p:nvCxnSpPr>
          <p:cNvPr id="268" name="Google Shape;268;p24"/>
          <p:cNvCxnSpPr/>
          <p:nvPr/>
        </p:nvCxnSpPr>
        <p:spPr>
          <a:xfrm>
            <a:off x="5070200" y="2092050"/>
            <a:ext cx="3367800" cy="0"/>
          </a:xfrm>
          <a:prstGeom prst="straightConnector1">
            <a:avLst/>
          </a:prstGeom>
          <a:noFill/>
          <a:ln cap="flat" cmpd="sng" w="9525">
            <a:solidFill>
              <a:srgbClr val="2A2A2A"/>
            </a:solidFill>
            <a:prstDash val="dot"/>
            <a:round/>
            <a:headEnd len="med" w="med" type="triangl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5"/>
          <p:cNvSpPr txBox="1"/>
          <p:nvPr/>
        </p:nvSpPr>
        <p:spPr>
          <a:xfrm>
            <a:off x="102250" y="102225"/>
            <a:ext cx="1392000" cy="2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Building A - Manufacturing</a:t>
            </a:r>
            <a:endParaRPr sz="800">
              <a:solidFill>
                <a:schemeClr val="dk2"/>
              </a:solidFill>
            </a:endParaRPr>
          </a:p>
        </p:txBody>
      </p:sp>
      <p:pic>
        <p:nvPicPr>
          <p:cNvPr id="274" name="Google Shape;274;p25"/>
          <p:cNvPicPr preferRelativeResize="0"/>
          <p:nvPr/>
        </p:nvPicPr>
        <p:blipFill>
          <a:blip r:embed="rId3">
            <a:alphaModFix/>
          </a:blip>
          <a:stretch>
            <a:fillRect/>
          </a:stretch>
        </p:blipFill>
        <p:spPr>
          <a:xfrm>
            <a:off x="102250" y="1079579"/>
            <a:ext cx="365495" cy="213037"/>
          </a:xfrm>
          <a:prstGeom prst="rect">
            <a:avLst/>
          </a:prstGeom>
          <a:noFill/>
          <a:ln>
            <a:noFill/>
          </a:ln>
        </p:spPr>
      </p:pic>
      <p:pic>
        <p:nvPicPr>
          <p:cNvPr id="275" name="Google Shape;275;p25"/>
          <p:cNvPicPr preferRelativeResize="0"/>
          <p:nvPr/>
        </p:nvPicPr>
        <p:blipFill>
          <a:blip r:embed="rId3">
            <a:alphaModFix/>
          </a:blip>
          <a:stretch>
            <a:fillRect/>
          </a:stretch>
        </p:blipFill>
        <p:spPr>
          <a:xfrm>
            <a:off x="102250" y="626741"/>
            <a:ext cx="365495" cy="213037"/>
          </a:xfrm>
          <a:prstGeom prst="rect">
            <a:avLst/>
          </a:prstGeom>
          <a:noFill/>
          <a:ln>
            <a:noFill/>
          </a:ln>
        </p:spPr>
      </p:pic>
      <p:pic>
        <p:nvPicPr>
          <p:cNvPr id="276" name="Google Shape;276;p25"/>
          <p:cNvPicPr preferRelativeResize="0"/>
          <p:nvPr/>
        </p:nvPicPr>
        <p:blipFill>
          <a:blip r:embed="rId3">
            <a:alphaModFix/>
          </a:blip>
          <a:stretch>
            <a:fillRect/>
          </a:stretch>
        </p:blipFill>
        <p:spPr>
          <a:xfrm>
            <a:off x="680403" y="383325"/>
            <a:ext cx="365495" cy="213037"/>
          </a:xfrm>
          <a:prstGeom prst="rect">
            <a:avLst/>
          </a:prstGeom>
          <a:noFill/>
          <a:ln>
            <a:noFill/>
          </a:ln>
        </p:spPr>
      </p:pic>
      <p:pic>
        <p:nvPicPr>
          <p:cNvPr id="277" name="Google Shape;277;p25"/>
          <p:cNvPicPr preferRelativeResize="0"/>
          <p:nvPr/>
        </p:nvPicPr>
        <p:blipFill>
          <a:blip r:embed="rId3">
            <a:alphaModFix/>
          </a:blip>
          <a:stretch>
            <a:fillRect/>
          </a:stretch>
        </p:blipFill>
        <p:spPr>
          <a:xfrm>
            <a:off x="1258555" y="1079579"/>
            <a:ext cx="365495" cy="213037"/>
          </a:xfrm>
          <a:prstGeom prst="rect">
            <a:avLst/>
          </a:prstGeom>
          <a:noFill/>
          <a:ln>
            <a:noFill/>
          </a:ln>
        </p:spPr>
      </p:pic>
      <p:pic>
        <p:nvPicPr>
          <p:cNvPr id="278" name="Google Shape;278;p25"/>
          <p:cNvPicPr preferRelativeResize="0"/>
          <p:nvPr/>
        </p:nvPicPr>
        <p:blipFill>
          <a:blip r:embed="rId3">
            <a:alphaModFix/>
          </a:blip>
          <a:stretch>
            <a:fillRect/>
          </a:stretch>
        </p:blipFill>
        <p:spPr>
          <a:xfrm>
            <a:off x="1258555" y="626741"/>
            <a:ext cx="365495" cy="213037"/>
          </a:xfrm>
          <a:prstGeom prst="rect">
            <a:avLst/>
          </a:prstGeom>
          <a:noFill/>
          <a:ln>
            <a:noFill/>
          </a:ln>
        </p:spPr>
      </p:pic>
      <p:pic>
        <p:nvPicPr>
          <p:cNvPr id="279" name="Google Shape;279;p25"/>
          <p:cNvPicPr preferRelativeResize="0"/>
          <p:nvPr/>
        </p:nvPicPr>
        <p:blipFill>
          <a:blip r:embed="rId3">
            <a:alphaModFix/>
          </a:blip>
          <a:stretch>
            <a:fillRect/>
          </a:stretch>
        </p:blipFill>
        <p:spPr>
          <a:xfrm>
            <a:off x="680403" y="1391363"/>
            <a:ext cx="365495" cy="213037"/>
          </a:xfrm>
          <a:prstGeom prst="rect">
            <a:avLst/>
          </a:prstGeom>
          <a:noFill/>
          <a:ln>
            <a:noFill/>
          </a:ln>
        </p:spPr>
      </p:pic>
      <p:cxnSp>
        <p:nvCxnSpPr>
          <p:cNvPr id="280" name="Google Shape;280;p25"/>
          <p:cNvCxnSpPr/>
          <p:nvPr/>
        </p:nvCxnSpPr>
        <p:spPr>
          <a:xfrm>
            <a:off x="863150" y="610475"/>
            <a:ext cx="0" cy="766800"/>
          </a:xfrm>
          <a:prstGeom prst="straightConnector1">
            <a:avLst/>
          </a:prstGeom>
          <a:noFill/>
          <a:ln cap="flat" cmpd="sng" w="9525">
            <a:solidFill>
              <a:schemeClr val="dk1"/>
            </a:solidFill>
            <a:prstDash val="solid"/>
            <a:round/>
            <a:headEnd len="med" w="med" type="none"/>
            <a:tailEnd len="med" w="med" type="none"/>
          </a:ln>
        </p:spPr>
      </p:cxnSp>
      <p:cxnSp>
        <p:nvCxnSpPr>
          <p:cNvPr id="281" name="Google Shape;281;p25"/>
          <p:cNvCxnSpPr>
            <a:stCxn id="275" idx="3"/>
            <a:endCxn id="277" idx="1"/>
          </p:cNvCxnSpPr>
          <p:nvPr/>
        </p:nvCxnSpPr>
        <p:spPr>
          <a:xfrm>
            <a:off x="467745" y="733259"/>
            <a:ext cx="790800" cy="452700"/>
          </a:xfrm>
          <a:prstGeom prst="straightConnector1">
            <a:avLst/>
          </a:prstGeom>
          <a:noFill/>
          <a:ln cap="flat" cmpd="sng" w="9525">
            <a:solidFill>
              <a:schemeClr val="dk1"/>
            </a:solidFill>
            <a:prstDash val="solid"/>
            <a:round/>
            <a:headEnd len="med" w="med" type="none"/>
            <a:tailEnd len="med" w="med" type="none"/>
          </a:ln>
        </p:spPr>
      </p:cxnSp>
      <p:cxnSp>
        <p:nvCxnSpPr>
          <p:cNvPr id="282" name="Google Shape;282;p25"/>
          <p:cNvCxnSpPr>
            <a:stCxn id="274" idx="3"/>
            <a:endCxn id="278" idx="1"/>
          </p:cNvCxnSpPr>
          <p:nvPr/>
        </p:nvCxnSpPr>
        <p:spPr>
          <a:xfrm flipH="1" rot="10800000">
            <a:off x="467745" y="733397"/>
            <a:ext cx="790800" cy="452700"/>
          </a:xfrm>
          <a:prstGeom prst="straightConnector1">
            <a:avLst/>
          </a:prstGeom>
          <a:noFill/>
          <a:ln cap="flat" cmpd="sng" w="9525">
            <a:solidFill>
              <a:schemeClr val="dk1"/>
            </a:solidFill>
            <a:prstDash val="solid"/>
            <a:round/>
            <a:headEnd len="med" w="med" type="none"/>
            <a:tailEnd len="med" w="med" type="none"/>
          </a:ln>
        </p:spPr>
      </p:cxnSp>
      <p:cxnSp>
        <p:nvCxnSpPr>
          <p:cNvPr id="283" name="Google Shape;283;p25"/>
          <p:cNvCxnSpPr>
            <a:endCxn id="276" idx="1"/>
          </p:cNvCxnSpPr>
          <p:nvPr/>
        </p:nvCxnSpPr>
        <p:spPr>
          <a:xfrm flipH="1" rot="10800000">
            <a:off x="326703" y="489843"/>
            <a:ext cx="353700" cy="114900"/>
          </a:xfrm>
          <a:prstGeom prst="straightConnector1">
            <a:avLst/>
          </a:prstGeom>
          <a:noFill/>
          <a:ln cap="flat" cmpd="sng" w="9525">
            <a:solidFill>
              <a:schemeClr val="dk1"/>
            </a:solidFill>
            <a:prstDash val="solid"/>
            <a:round/>
            <a:headEnd len="med" w="med" type="none"/>
            <a:tailEnd len="med" w="med" type="none"/>
          </a:ln>
        </p:spPr>
      </p:cxnSp>
      <p:cxnSp>
        <p:nvCxnSpPr>
          <p:cNvPr id="284" name="Google Shape;284;p25"/>
          <p:cNvCxnSpPr/>
          <p:nvPr/>
        </p:nvCxnSpPr>
        <p:spPr>
          <a:xfrm rot="10800000">
            <a:off x="1045896" y="489803"/>
            <a:ext cx="353700" cy="114900"/>
          </a:xfrm>
          <a:prstGeom prst="straightConnector1">
            <a:avLst/>
          </a:prstGeom>
          <a:noFill/>
          <a:ln cap="flat" cmpd="sng" w="9525">
            <a:solidFill>
              <a:schemeClr val="dk1"/>
            </a:solidFill>
            <a:prstDash val="solid"/>
            <a:round/>
            <a:headEnd len="med" w="med" type="none"/>
            <a:tailEnd len="med" w="med" type="none"/>
          </a:ln>
        </p:spPr>
      </p:cxnSp>
      <p:cxnSp>
        <p:nvCxnSpPr>
          <p:cNvPr id="285" name="Google Shape;285;p25"/>
          <p:cNvCxnSpPr/>
          <p:nvPr/>
        </p:nvCxnSpPr>
        <p:spPr>
          <a:xfrm>
            <a:off x="326679" y="1314690"/>
            <a:ext cx="353700" cy="114900"/>
          </a:xfrm>
          <a:prstGeom prst="straightConnector1">
            <a:avLst/>
          </a:prstGeom>
          <a:noFill/>
          <a:ln cap="flat" cmpd="sng" w="9525">
            <a:solidFill>
              <a:schemeClr val="dk1"/>
            </a:solidFill>
            <a:prstDash val="solid"/>
            <a:round/>
            <a:headEnd len="med" w="med" type="none"/>
            <a:tailEnd len="med" w="med" type="none"/>
          </a:ln>
        </p:spPr>
      </p:cxnSp>
      <p:cxnSp>
        <p:nvCxnSpPr>
          <p:cNvPr id="286" name="Google Shape;286;p25"/>
          <p:cNvCxnSpPr/>
          <p:nvPr/>
        </p:nvCxnSpPr>
        <p:spPr>
          <a:xfrm flipH="1">
            <a:off x="1045896" y="1314690"/>
            <a:ext cx="353700" cy="114900"/>
          </a:xfrm>
          <a:prstGeom prst="straightConnector1">
            <a:avLst/>
          </a:prstGeom>
          <a:noFill/>
          <a:ln cap="flat" cmpd="sng" w="9525">
            <a:solidFill>
              <a:schemeClr val="dk1"/>
            </a:solidFill>
            <a:prstDash val="solid"/>
            <a:round/>
            <a:headEnd len="med" w="med" type="none"/>
            <a:tailEnd len="med" w="med" type="none"/>
          </a:ln>
        </p:spPr>
      </p:cxnSp>
      <p:cxnSp>
        <p:nvCxnSpPr>
          <p:cNvPr id="287" name="Google Shape;287;p25"/>
          <p:cNvCxnSpPr/>
          <p:nvPr/>
        </p:nvCxnSpPr>
        <p:spPr>
          <a:xfrm>
            <a:off x="284991" y="853166"/>
            <a:ext cx="0" cy="213000"/>
          </a:xfrm>
          <a:prstGeom prst="straightConnector1">
            <a:avLst/>
          </a:prstGeom>
          <a:noFill/>
          <a:ln cap="flat" cmpd="sng" w="9525">
            <a:solidFill>
              <a:schemeClr val="dk1"/>
            </a:solidFill>
            <a:prstDash val="solid"/>
            <a:round/>
            <a:headEnd len="med" w="med" type="none"/>
            <a:tailEnd len="med" w="med" type="none"/>
          </a:ln>
        </p:spPr>
      </p:cxnSp>
      <p:cxnSp>
        <p:nvCxnSpPr>
          <p:cNvPr id="288" name="Google Shape;288;p25"/>
          <p:cNvCxnSpPr/>
          <p:nvPr/>
        </p:nvCxnSpPr>
        <p:spPr>
          <a:xfrm>
            <a:off x="1441309" y="853166"/>
            <a:ext cx="0" cy="213000"/>
          </a:xfrm>
          <a:prstGeom prst="straightConnector1">
            <a:avLst/>
          </a:prstGeom>
          <a:noFill/>
          <a:ln cap="flat" cmpd="sng" w="9525">
            <a:solidFill>
              <a:schemeClr val="dk1"/>
            </a:solidFill>
            <a:prstDash val="solid"/>
            <a:round/>
            <a:headEnd len="med" w="med" type="none"/>
            <a:tailEnd len="med" w="med" type="none"/>
          </a:ln>
        </p:spPr>
      </p:cxnSp>
      <p:cxnSp>
        <p:nvCxnSpPr>
          <p:cNvPr id="289" name="Google Shape;289;p25"/>
          <p:cNvCxnSpPr/>
          <p:nvPr/>
        </p:nvCxnSpPr>
        <p:spPr>
          <a:xfrm>
            <a:off x="467770" y="690740"/>
            <a:ext cx="794700" cy="0"/>
          </a:xfrm>
          <a:prstGeom prst="straightConnector1">
            <a:avLst/>
          </a:prstGeom>
          <a:noFill/>
          <a:ln cap="flat" cmpd="sng" w="9525">
            <a:solidFill>
              <a:schemeClr val="dk1"/>
            </a:solidFill>
            <a:prstDash val="solid"/>
            <a:round/>
            <a:headEnd len="med" w="med" type="none"/>
            <a:tailEnd len="med" w="med" type="none"/>
          </a:ln>
        </p:spPr>
      </p:cxnSp>
      <p:cxnSp>
        <p:nvCxnSpPr>
          <p:cNvPr id="290" name="Google Shape;290;p25"/>
          <p:cNvCxnSpPr/>
          <p:nvPr/>
        </p:nvCxnSpPr>
        <p:spPr>
          <a:xfrm>
            <a:off x="443667" y="1208938"/>
            <a:ext cx="794700" cy="0"/>
          </a:xfrm>
          <a:prstGeom prst="straightConnector1">
            <a:avLst/>
          </a:prstGeom>
          <a:noFill/>
          <a:ln cap="flat" cmpd="sng" w="9525">
            <a:solidFill>
              <a:schemeClr val="dk1"/>
            </a:solidFill>
            <a:prstDash val="solid"/>
            <a:round/>
            <a:headEnd len="med" w="med" type="none"/>
            <a:tailEnd len="med" w="med" type="none"/>
          </a:ln>
        </p:spPr>
      </p:cxnSp>
      <p:cxnSp>
        <p:nvCxnSpPr>
          <p:cNvPr id="291" name="Google Shape;291;p25"/>
          <p:cNvCxnSpPr/>
          <p:nvPr/>
        </p:nvCxnSpPr>
        <p:spPr>
          <a:xfrm>
            <a:off x="467763" y="776278"/>
            <a:ext cx="354600" cy="599100"/>
          </a:xfrm>
          <a:prstGeom prst="straightConnector1">
            <a:avLst/>
          </a:prstGeom>
          <a:noFill/>
          <a:ln cap="flat" cmpd="sng" w="9525">
            <a:solidFill>
              <a:schemeClr val="dk1"/>
            </a:solidFill>
            <a:prstDash val="solid"/>
            <a:round/>
            <a:headEnd len="med" w="med" type="none"/>
            <a:tailEnd len="med" w="med" type="none"/>
          </a:ln>
        </p:spPr>
      </p:cxnSp>
      <p:cxnSp>
        <p:nvCxnSpPr>
          <p:cNvPr id="292" name="Google Shape;292;p25"/>
          <p:cNvCxnSpPr/>
          <p:nvPr/>
        </p:nvCxnSpPr>
        <p:spPr>
          <a:xfrm flipH="1">
            <a:off x="903923" y="776278"/>
            <a:ext cx="354600" cy="599100"/>
          </a:xfrm>
          <a:prstGeom prst="straightConnector1">
            <a:avLst/>
          </a:prstGeom>
          <a:noFill/>
          <a:ln cap="flat" cmpd="sng" w="9525">
            <a:solidFill>
              <a:schemeClr val="dk1"/>
            </a:solidFill>
            <a:prstDash val="solid"/>
            <a:round/>
            <a:headEnd len="med" w="med" type="none"/>
            <a:tailEnd len="med" w="med" type="none"/>
          </a:ln>
        </p:spPr>
      </p:cxnSp>
      <p:cxnSp>
        <p:nvCxnSpPr>
          <p:cNvPr id="293" name="Google Shape;293;p25"/>
          <p:cNvCxnSpPr/>
          <p:nvPr/>
        </p:nvCxnSpPr>
        <p:spPr>
          <a:xfrm flipH="1" rot="10800000">
            <a:off x="467770" y="621970"/>
            <a:ext cx="358500" cy="533700"/>
          </a:xfrm>
          <a:prstGeom prst="straightConnector1">
            <a:avLst/>
          </a:prstGeom>
          <a:noFill/>
          <a:ln cap="flat" cmpd="sng" w="9525">
            <a:solidFill>
              <a:schemeClr val="dk1"/>
            </a:solidFill>
            <a:prstDash val="solid"/>
            <a:round/>
            <a:headEnd len="med" w="med" type="none"/>
            <a:tailEnd len="med" w="med" type="none"/>
          </a:ln>
        </p:spPr>
      </p:cxnSp>
      <p:cxnSp>
        <p:nvCxnSpPr>
          <p:cNvPr id="294" name="Google Shape;294;p25"/>
          <p:cNvCxnSpPr/>
          <p:nvPr/>
        </p:nvCxnSpPr>
        <p:spPr>
          <a:xfrm rot="10800000">
            <a:off x="903030" y="621970"/>
            <a:ext cx="355500" cy="533700"/>
          </a:xfrm>
          <a:prstGeom prst="straightConnector1">
            <a:avLst/>
          </a:prstGeom>
          <a:noFill/>
          <a:ln cap="flat" cmpd="sng" w="9525">
            <a:solidFill>
              <a:schemeClr val="dk1"/>
            </a:solidFill>
            <a:prstDash val="solid"/>
            <a:round/>
            <a:headEnd len="med" w="med" type="none"/>
            <a:tailEnd len="med" w="med" type="none"/>
          </a:ln>
        </p:spPr>
      </p:cxnSp>
      <p:sp>
        <p:nvSpPr>
          <p:cNvPr id="295" name="Google Shape;295;p25"/>
          <p:cNvSpPr txBox="1"/>
          <p:nvPr/>
        </p:nvSpPr>
        <p:spPr>
          <a:xfrm>
            <a:off x="2045325" y="96775"/>
            <a:ext cx="1494300" cy="15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Building B - Parts Storage</a:t>
            </a:r>
            <a:endParaRPr sz="800">
              <a:solidFill>
                <a:schemeClr val="dk2"/>
              </a:solidFill>
            </a:endParaRPr>
          </a:p>
        </p:txBody>
      </p:sp>
      <p:pic>
        <p:nvPicPr>
          <p:cNvPr id="296" name="Google Shape;296;p25"/>
          <p:cNvPicPr preferRelativeResize="0"/>
          <p:nvPr/>
        </p:nvPicPr>
        <p:blipFill>
          <a:blip r:embed="rId3">
            <a:alphaModFix/>
          </a:blip>
          <a:stretch>
            <a:fillRect/>
          </a:stretch>
        </p:blipFill>
        <p:spPr>
          <a:xfrm>
            <a:off x="2609725" y="1156066"/>
            <a:ext cx="365495" cy="213037"/>
          </a:xfrm>
          <a:prstGeom prst="rect">
            <a:avLst/>
          </a:prstGeom>
          <a:noFill/>
          <a:ln>
            <a:noFill/>
          </a:ln>
        </p:spPr>
      </p:pic>
      <p:pic>
        <p:nvPicPr>
          <p:cNvPr id="297" name="Google Shape;297;p25"/>
          <p:cNvPicPr preferRelativeResize="0"/>
          <p:nvPr/>
        </p:nvPicPr>
        <p:blipFill>
          <a:blip r:embed="rId3">
            <a:alphaModFix/>
          </a:blip>
          <a:stretch>
            <a:fillRect/>
          </a:stretch>
        </p:blipFill>
        <p:spPr>
          <a:xfrm>
            <a:off x="2609725" y="703228"/>
            <a:ext cx="365495" cy="213037"/>
          </a:xfrm>
          <a:prstGeom prst="rect">
            <a:avLst/>
          </a:prstGeom>
          <a:noFill/>
          <a:ln>
            <a:noFill/>
          </a:ln>
        </p:spPr>
      </p:pic>
      <p:pic>
        <p:nvPicPr>
          <p:cNvPr id="298" name="Google Shape;298;p25"/>
          <p:cNvPicPr preferRelativeResize="0"/>
          <p:nvPr/>
        </p:nvPicPr>
        <p:blipFill>
          <a:blip r:embed="rId3">
            <a:alphaModFix/>
          </a:blip>
          <a:stretch>
            <a:fillRect/>
          </a:stretch>
        </p:blipFill>
        <p:spPr>
          <a:xfrm>
            <a:off x="3187878" y="459813"/>
            <a:ext cx="365495" cy="213037"/>
          </a:xfrm>
          <a:prstGeom prst="rect">
            <a:avLst/>
          </a:prstGeom>
          <a:noFill/>
          <a:ln>
            <a:noFill/>
          </a:ln>
        </p:spPr>
      </p:pic>
      <p:pic>
        <p:nvPicPr>
          <p:cNvPr id="299" name="Google Shape;299;p25"/>
          <p:cNvPicPr preferRelativeResize="0"/>
          <p:nvPr/>
        </p:nvPicPr>
        <p:blipFill>
          <a:blip r:embed="rId3">
            <a:alphaModFix/>
          </a:blip>
          <a:stretch>
            <a:fillRect/>
          </a:stretch>
        </p:blipFill>
        <p:spPr>
          <a:xfrm>
            <a:off x="3766030" y="1156066"/>
            <a:ext cx="365495" cy="213037"/>
          </a:xfrm>
          <a:prstGeom prst="rect">
            <a:avLst/>
          </a:prstGeom>
          <a:noFill/>
          <a:ln>
            <a:noFill/>
          </a:ln>
        </p:spPr>
      </p:pic>
      <p:pic>
        <p:nvPicPr>
          <p:cNvPr id="300" name="Google Shape;300;p25"/>
          <p:cNvPicPr preferRelativeResize="0"/>
          <p:nvPr/>
        </p:nvPicPr>
        <p:blipFill>
          <a:blip r:embed="rId3">
            <a:alphaModFix/>
          </a:blip>
          <a:stretch>
            <a:fillRect/>
          </a:stretch>
        </p:blipFill>
        <p:spPr>
          <a:xfrm>
            <a:off x="3766030" y="703228"/>
            <a:ext cx="365495" cy="213037"/>
          </a:xfrm>
          <a:prstGeom prst="rect">
            <a:avLst/>
          </a:prstGeom>
          <a:noFill/>
          <a:ln>
            <a:noFill/>
          </a:ln>
        </p:spPr>
      </p:pic>
      <p:pic>
        <p:nvPicPr>
          <p:cNvPr id="301" name="Google Shape;301;p25"/>
          <p:cNvPicPr preferRelativeResize="0"/>
          <p:nvPr/>
        </p:nvPicPr>
        <p:blipFill>
          <a:blip r:embed="rId3">
            <a:alphaModFix/>
          </a:blip>
          <a:stretch>
            <a:fillRect/>
          </a:stretch>
        </p:blipFill>
        <p:spPr>
          <a:xfrm>
            <a:off x="3187878" y="1467851"/>
            <a:ext cx="365495" cy="213037"/>
          </a:xfrm>
          <a:prstGeom prst="rect">
            <a:avLst/>
          </a:prstGeom>
          <a:noFill/>
          <a:ln>
            <a:noFill/>
          </a:ln>
        </p:spPr>
      </p:pic>
      <p:cxnSp>
        <p:nvCxnSpPr>
          <p:cNvPr id="302" name="Google Shape;302;p25"/>
          <p:cNvCxnSpPr/>
          <p:nvPr/>
        </p:nvCxnSpPr>
        <p:spPr>
          <a:xfrm>
            <a:off x="3370625" y="686963"/>
            <a:ext cx="0" cy="766800"/>
          </a:xfrm>
          <a:prstGeom prst="straightConnector1">
            <a:avLst/>
          </a:prstGeom>
          <a:noFill/>
          <a:ln cap="flat" cmpd="sng" w="9525">
            <a:solidFill>
              <a:schemeClr val="dk1"/>
            </a:solidFill>
            <a:prstDash val="solid"/>
            <a:round/>
            <a:headEnd len="med" w="med" type="none"/>
            <a:tailEnd len="med" w="med" type="none"/>
          </a:ln>
        </p:spPr>
      </p:cxnSp>
      <p:cxnSp>
        <p:nvCxnSpPr>
          <p:cNvPr id="303" name="Google Shape;303;p25"/>
          <p:cNvCxnSpPr>
            <a:stCxn id="297" idx="3"/>
            <a:endCxn id="299" idx="1"/>
          </p:cNvCxnSpPr>
          <p:nvPr/>
        </p:nvCxnSpPr>
        <p:spPr>
          <a:xfrm>
            <a:off x="2975220" y="809747"/>
            <a:ext cx="790800" cy="452700"/>
          </a:xfrm>
          <a:prstGeom prst="straightConnector1">
            <a:avLst/>
          </a:prstGeom>
          <a:noFill/>
          <a:ln cap="flat" cmpd="sng" w="9525">
            <a:solidFill>
              <a:schemeClr val="dk1"/>
            </a:solidFill>
            <a:prstDash val="solid"/>
            <a:round/>
            <a:headEnd len="med" w="med" type="none"/>
            <a:tailEnd len="med" w="med" type="none"/>
          </a:ln>
        </p:spPr>
      </p:cxnSp>
      <p:cxnSp>
        <p:nvCxnSpPr>
          <p:cNvPr id="304" name="Google Shape;304;p25"/>
          <p:cNvCxnSpPr>
            <a:stCxn id="296" idx="3"/>
            <a:endCxn id="300" idx="1"/>
          </p:cNvCxnSpPr>
          <p:nvPr/>
        </p:nvCxnSpPr>
        <p:spPr>
          <a:xfrm flipH="1" rot="10800000">
            <a:off x="2975220" y="809885"/>
            <a:ext cx="790800" cy="452700"/>
          </a:xfrm>
          <a:prstGeom prst="straightConnector1">
            <a:avLst/>
          </a:prstGeom>
          <a:noFill/>
          <a:ln cap="flat" cmpd="sng" w="9525">
            <a:solidFill>
              <a:schemeClr val="dk1"/>
            </a:solidFill>
            <a:prstDash val="solid"/>
            <a:round/>
            <a:headEnd len="med" w="med" type="none"/>
            <a:tailEnd len="med" w="med" type="none"/>
          </a:ln>
        </p:spPr>
      </p:cxnSp>
      <p:cxnSp>
        <p:nvCxnSpPr>
          <p:cNvPr id="305" name="Google Shape;305;p25"/>
          <p:cNvCxnSpPr>
            <a:endCxn id="298" idx="1"/>
          </p:cNvCxnSpPr>
          <p:nvPr/>
        </p:nvCxnSpPr>
        <p:spPr>
          <a:xfrm flipH="1" rot="10800000">
            <a:off x="2834178" y="566331"/>
            <a:ext cx="353700" cy="114900"/>
          </a:xfrm>
          <a:prstGeom prst="straightConnector1">
            <a:avLst/>
          </a:prstGeom>
          <a:noFill/>
          <a:ln cap="flat" cmpd="sng" w="9525">
            <a:solidFill>
              <a:schemeClr val="dk1"/>
            </a:solidFill>
            <a:prstDash val="solid"/>
            <a:round/>
            <a:headEnd len="med" w="med" type="none"/>
            <a:tailEnd len="med" w="med" type="none"/>
          </a:ln>
        </p:spPr>
      </p:cxnSp>
      <p:cxnSp>
        <p:nvCxnSpPr>
          <p:cNvPr id="306" name="Google Shape;306;p25"/>
          <p:cNvCxnSpPr/>
          <p:nvPr/>
        </p:nvCxnSpPr>
        <p:spPr>
          <a:xfrm rot="10800000">
            <a:off x="3553371" y="566290"/>
            <a:ext cx="353700" cy="114900"/>
          </a:xfrm>
          <a:prstGeom prst="straightConnector1">
            <a:avLst/>
          </a:prstGeom>
          <a:noFill/>
          <a:ln cap="flat" cmpd="sng" w="9525">
            <a:solidFill>
              <a:schemeClr val="dk1"/>
            </a:solidFill>
            <a:prstDash val="solid"/>
            <a:round/>
            <a:headEnd len="med" w="med" type="none"/>
            <a:tailEnd len="med" w="med" type="none"/>
          </a:ln>
        </p:spPr>
      </p:cxnSp>
      <p:cxnSp>
        <p:nvCxnSpPr>
          <p:cNvPr id="307" name="Google Shape;307;p25"/>
          <p:cNvCxnSpPr/>
          <p:nvPr/>
        </p:nvCxnSpPr>
        <p:spPr>
          <a:xfrm>
            <a:off x="2834154" y="1391177"/>
            <a:ext cx="353700" cy="114900"/>
          </a:xfrm>
          <a:prstGeom prst="straightConnector1">
            <a:avLst/>
          </a:prstGeom>
          <a:noFill/>
          <a:ln cap="flat" cmpd="sng" w="9525">
            <a:solidFill>
              <a:schemeClr val="dk1"/>
            </a:solidFill>
            <a:prstDash val="solid"/>
            <a:round/>
            <a:headEnd len="med" w="med" type="none"/>
            <a:tailEnd len="med" w="med" type="none"/>
          </a:ln>
        </p:spPr>
      </p:cxnSp>
      <p:cxnSp>
        <p:nvCxnSpPr>
          <p:cNvPr id="308" name="Google Shape;308;p25"/>
          <p:cNvCxnSpPr/>
          <p:nvPr/>
        </p:nvCxnSpPr>
        <p:spPr>
          <a:xfrm flipH="1">
            <a:off x="3553371" y="1391177"/>
            <a:ext cx="353700" cy="114900"/>
          </a:xfrm>
          <a:prstGeom prst="straightConnector1">
            <a:avLst/>
          </a:prstGeom>
          <a:noFill/>
          <a:ln cap="flat" cmpd="sng" w="9525">
            <a:solidFill>
              <a:schemeClr val="dk1"/>
            </a:solidFill>
            <a:prstDash val="solid"/>
            <a:round/>
            <a:headEnd len="med" w="med" type="none"/>
            <a:tailEnd len="med" w="med" type="none"/>
          </a:ln>
        </p:spPr>
      </p:cxnSp>
      <p:cxnSp>
        <p:nvCxnSpPr>
          <p:cNvPr id="309" name="Google Shape;309;p25"/>
          <p:cNvCxnSpPr/>
          <p:nvPr/>
        </p:nvCxnSpPr>
        <p:spPr>
          <a:xfrm>
            <a:off x="2792466" y="929653"/>
            <a:ext cx="0" cy="213000"/>
          </a:xfrm>
          <a:prstGeom prst="straightConnector1">
            <a:avLst/>
          </a:prstGeom>
          <a:noFill/>
          <a:ln cap="flat" cmpd="sng" w="9525">
            <a:solidFill>
              <a:schemeClr val="dk1"/>
            </a:solidFill>
            <a:prstDash val="solid"/>
            <a:round/>
            <a:headEnd len="med" w="med" type="none"/>
            <a:tailEnd len="med" w="med" type="none"/>
          </a:ln>
        </p:spPr>
      </p:cxnSp>
      <p:cxnSp>
        <p:nvCxnSpPr>
          <p:cNvPr id="310" name="Google Shape;310;p25"/>
          <p:cNvCxnSpPr/>
          <p:nvPr/>
        </p:nvCxnSpPr>
        <p:spPr>
          <a:xfrm>
            <a:off x="3948784" y="929653"/>
            <a:ext cx="0" cy="213000"/>
          </a:xfrm>
          <a:prstGeom prst="straightConnector1">
            <a:avLst/>
          </a:prstGeom>
          <a:noFill/>
          <a:ln cap="flat" cmpd="sng" w="9525">
            <a:solidFill>
              <a:schemeClr val="dk1"/>
            </a:solidFill>
            <a:prstDash val="solid"/>
            <a:round/>
            <a:headEnd len="med" w="med" type="none"/>
            <a:tailEnd len="med" w="med" type="none"/>
          </a:ln>
        </p:spPr>
      </p:cxnSp>
      <p:cxnSp>
        <p:nvCxnSpPr>
          <p:cNvPr id="311" name="Google Shape;311;p25"/>
          <p:cNvCxnSpPr/>
          <p:nvPr/>
        </p:nvCxnSpPr>
        <p:spPr>
          <a:xfrm>
            <a:off x="2975245" y="767227"/>
            <a:ext cx="794700" cy="0"/>
          </a:xfrm>
          <a:prstGeom prst="straightConnector1">
            <a:avLst/>
          </a:prstGeom>
          <a:noFill/>
          <a:ln cap="flat" cmpd="sng" w="9525">
            <a:solidFill>
              <a:schemeClr val="dk1"/>
            </a:solidFill>
            <a:prstDash val="solid"/>
            <a:round/>
            <a:headEnd len="med" w="med" type="none"/>
            <a:tailEnd len="med" w="med" type="none"/>
          </a:ln>
        </p:spPr>
      </p:cxnSp>
      <p:cxnSp>
        <p:nvCxnSpPr>
          <p:cNvPr id="312" name="Google Shape;312;p25"/>
          <p:cNvCxnSpPr/>
          <p:nvPr/>
        </p:nvCxnSpPr>
        <p:spPr>
          <a:xfrm>
            <a:off x="2951142" y="1285426"/>
            <a:ext cx="794700" cy="0"/>
          </a:xfrm>
          <a:prstGeom prst="straightConnector1">
            <a:avLst/>
          </a:prstGeom>
          <a:noFill/>
          <a:ln cap="flat" cmpd="sng" w="9525">
            <a:solidFill>
              <a:schemeClr val="dk1"/>
            </a:solidFill>
            <a:prstDash val="solid"/>
            <a:round/>
            <a:headEnd len="med" w="med" type="none"/>
            <a:tailEnd len="med" w="med" type="none"/>
          </a:ln>
        </p:spPr>
      </p:cxnSp>
      <p:cxnSp>
        <p:nvCxnSpPr>
          <p:cNvPr id="313" name="Google Shape;313;p25"/>
          <p:cNvCxnSpPr/>
          <p:nvPr/>
        </p:nvCxnSpPr>
        <p:spPr>
          <a:xfrm>
            <a:off x="2975238" y="852766"/>
            <a:ext cx="354600" cy="599100"/>
          </a:xfrm>
          <a:prstGeom prst="straightConnector1">
            <a:avLst/>
          </a:prstGeom>
          <a:noFill/>
          <a:ln cap="flat" cmpd="sng" w="9525">
            <a:solidFill>
              <a:schemeClr val="dk1"/>
            </a:solidFill>
            <a:prstDash val="solid"/>
            <a:round/>
            <a:headEnd len="med" w="med" type="none"/>
            <a:tailEnd len="med" w="med" type="none"/>
          </a:ln>
        </p:spPr>
      </p:cxnSp>
      <p:cxnSp>
        <p:nvCxnSpPr>
          <p:cNvPr id="314" name="Google Shape;314;p25"/>
          <p:cNvCxnSpPr/>
          <p:nvPr/>
        </p:nvCxnSpPr>
        <p:spPr>
          <a:xfrm flipH="1">
            <a:off x="3411398" y="852766"/>
            <a:ext cx="354600" cy="599100"/>
          </a:xfrm>
          <a:prstGeom prst="straightConnector1">
            <a:avLst/>
          </a:prstGeom>
          <a:noFill/>
          <a:ln cap="flat" cmpd="sng" w="9525">
            <a:solidFill>
              <a:schemeClr val="dk1"/>
            </a:solidFill>
            <a:prstDash val="solid"/>
            <a:round/>
            <a:headEnd len="med" w="med" type="none"/>
            <a:tailEnd len="med" w="med" type="none"/>
          </a:ln>
        </p:spPr>
      </p:cxnSp>
      <p:cxnSp>
        <p:nvCxnSpPr>
          <p:cNvPr id="315" name="Google Shape;315;p25"/>
          <p:cNvCxnSpPr/>
          <p:nvPr/>
        </p:nvCxnSpPr>
        <p:spPr>
          <a:xfrm flipH="1" rot="10800000">
            <a:off x="2975245" y="698458"/>
            <a:ext cx="358500" cy="533700"/>
          </a:xfrm>
          <a:prstGeom prst="straightConnector1">
            <a:avLst/>
          </a:prstGeom>
          <a:noFill/>
          <a:ln cap="flat" cmpd="sng" w="9525">
            <a:solidFill>
              <a:schemeClr val="dk1"/>
            </a:solidFill>
            <a:prstDash val="solid"/>
            <a:round/>
            <a:headEnd len="med" w="med" type="none"/>
            <a:tailEnd len="med" w="med" type="none"/>
          </a:ln>
        </p:spPr>
      </p:cxnSp>
      <p:cxnSp>
        <p:nvCxnSpPr>
          <p:cNvPr id="316" name="Google Shape;316;p25"/>
          <p:cNvCxnSpPr/>
          <p:nvPr/>
        </p:nvCxnSpPr>
        <p:spPr>
          <a:xfrm rot="10800000">
            <a:off x="3410505" y="698458"/>
            <a:ext cx="355500" cy="533700"/>
          </a:xfrm>
          <a:prstGeom prst="straightConnector1">
            <a:avLst/>
          </a:prstGeom>
          <a:noFill/>
          <a:ln cap="flat" cmpd="sng" w="9525">
            <a:solidFill>
              <a:schemeClr val="dk1"/>
            </a:solidFill>
            <a:prstDash val="solid"/>
            <a:round/>
            <a:headEnd len="med" w="med" type="none"/>
            <a:tailEnd len="med" w="med" type="none"/>
          </a:ln>
        </p:spPr>
      </p:cxnSp>
      <p:pic>
        <p:nvPicPr>
          <p:cNvPr id="317" name="Google Shape;317;p25"/>
          <p:cNvPicPr preferRelativeResize="0"/>
          <p:nvPr/>
        </p:nvPicPr>
        <p:blipFill>
          <a:blip r:embed="rId3">
            <a:alphaModFix/>
          </a:blip>
          <a:stretch>
            <a:fillRect/>
          </a:stretch>
        </p:blipFill>
        <p:spPr>
          <a:xfrm>
            <a:off x="4922325" y="1161541"/>
            <a:ext cx="365495" cy="213037"/>
          </a:xfrm>
          <a:prstGeom prst="rect">
            <a:avLst/>
          </a:prstGeom>
          <a:noFill/>
          <a:ln>
            <a:noFill/>
          </a:ln>
        </p:spPr>
      </p:pic>
      <p:pic>
        <p:nvPicPr>
          <p:cNvPr id="318" name="Google Shape;318;p25"/>
          <p:cNvPicPr preferRelativeResize="0"/>
          <p:nvPr/>
        </p:nvPicPr>
        <p:blipFill>
          <a:blip r:embed="rId3">
            <a:alphaModFix/>
          </a:blip>
          <a:stretch>
            <a:fillRect/>
          </a:stretch>
        </p:blipFill>
        <p:spPr>
          <a:xfrm>
            <a:off x="4922325" y="708703"/>
            <a:ext cx="365495" cy="213037"/>
          </a:xfrm>
          <a:prstGeom prst="rect">
            <a:avLst/>
          </a:prstGeom>
          <a:noFill/>
          <a:ln>
            <a:noFill/>
          </a:ln>
        </p:spPr>
      </p:pic>
      <p:pic>
        <p:nvPicPr>
          <p:cNvPr id="319" name="Google Shape;319;p25"/>
          <p:cNvPicPr preferRelativeResize="0"/>
          <p:nvPr/>
        </p:nvPicPr>
        <p:blipFill>
          <a:blip r:embed="rId3">
            <a:alphaModFix/>
          </a:blip>
          <a:stretch>
            <a:fillRect/>
          </a:stretch>
        </p:blipFill>
        <p:spPr>
          <a:xfrm>
            <a:off x="5500478" y="465288"/>
            <a:ext cx="365495" cy="213037"/>
          </a:xfrm>
          <a:prstGeom prst="rect">
            <a:avLst/>
          </a:prstGeom>
          <a:noFill/>
          <a:ln>
            <a:noFill/>
          </a:ln>
        </p:spPr>
      </p:pic>
      <p:pic>
        <p:nvPicPr>
          <p:cNvPr id="320" name="Google Shape;320;p25"/>
          <p:cNvPicPr preferRelativeResize="0"/>
          <p:nvPr/>
        </p:nvPicPr>
        <p:blipFill>
          <a:blip r:embed="rId3">
            <a:alphaModFix/>
          </a:blip>
          <a:stretch>
            <a:fillRect/>
          </a:stretch>
        </p:blipFill>
        <p:spPr>
          <a:xfrm>
            <a:off x="6078630" y="1161541"/>
            <a:ext cx="365495" cy="213037"/>
          </a:xfrm>
          <a:prstGeom prst="rect">
            <a:avLst/>
          </a:prstGeom>
          <a:noFill/>
          <a:ln>
            <a:noFill/>
          </a:ln>
        </p:spPr>
      </p:pic>
      <p:pic>
        <p:nvPicPr>
          <p:cNvPr id="321" name="Google Shape;321;p25"/>
          <p:cNvPicPr preferRelativeResize="0"/>
          <p:nvPr/>
        </p:nvPicPr>
        <p:blipFill>
          <a:blip r:embed="rId3">
            <a:alphaModFix/>
          </a:blip>
          <a:stretch>
            <a:fillRect/>
          </a:stretch>
        </p:blipFill>
        <p:spPr>
          <a:xfrm>
            <a:off x="6078630" y="708703"/>
            <a:ext cx="365495" cy="213037"/>
          </a:xfrm>
          <a:prstGeom prst="rect">
            <a:avLst/>
          </a:prstGeom>
          <a:noFill/>
          <a:ln>
            <a:noFill/>
          </a:ln>
        </p:spPr>
      </p:pic>
      <p:pic>
        <p:nvPicPr>
          <p:cNvPr id="322" name="Google Shape;322;p25"/>
          <p:cNvPicPr preferRelativeResize="0"/>
          <p:nvPr/>
        </p:nvPicPr>
        <p:blipFill>
          <a:blip r:embed="rId3">
            <a:alphaModFix/>
          </a:blip>
          <a:stretch>
            <a:fillRect/>
          </a:stretch>
        </p:blipFill>
        <p:spPr>
          <a:xfrm>
            <a:off x="5500478" y="1473326"/>
            <a:ext cx="365495" cy="213037"/>
          </a:xfrm>
          <a:prstGeom prst="rect">
            <a:avLst/>
          </a:prstGeom>
          <a:noFill/>
          <a:ln>
            <a:noFill/>
          </a:ln>
        </p:spPr>
      </p:pic>
      <p:cxnSp>
        <p:nvCxnSpPr>
          <p:cNvPr id="323" name="Google Shape;323;p25"/>
          <p:cNvCxnSpPr/>
          <p:nvPr/>
        </p:nvCxnSpPr>
        <p:spPr>
          <a:xfrm>
            <a:off x="5683225" y="692438"/>
            <a:ext cx="0" cy="766800"/>
          </a:xfrm>
          <a:prstGeom prst="straightConnector1">
            <a:avLst/>
          </a:prstGeom>
          <a:noFill/>
          <a:ln cap="flat" cmpd="sng" w="9525">
            <a:solidFill>
              <a:schemeClr val="dk1"/>
            </a:solidFill>
            <a:prstDash val="solid"/>
            <a:round/>
            <a:headEnd len="med" w="med" type="none"/>
            <a:tailEnd len="med" w="med" type="none"/>
          </a:ln>
        </p:spPr>
      </p:cxnSp>
      <p:cxnSp>
        <p:nvCxnSpPr>
          <p:cNvPr id="324" name="Google Shape;324;p25"/>
          <p:cNvCxnSpPr>
            <a:stCxn id="318" idx="3"/>
            <a:endCxn id="320" idx="1"/>
          </p:cNvCxnSpPr>
          <p:nvPr/>
        </p:nvCxnSpPr>
        <p:spPr>
          <a:xfrm>
            <a:off x="5287820" y="815222"/>
            <a:ext cx="790800" cy="452700"/>
          </a:xfrm>
          <a:prstGeom prst="straightConnector1">
            <a:avLst/>
          </a:prstGeom>
          <a:noFill/>
          <a:ln cap="flat" cmpd="sng" w="9525">
            <a:solidFill>
              <a:schemeClr val="dk1"/>
            </a:solidFill>
            <a:prstDash val="solid"/>
            <a:round/>
            <a:headEnd len="med" w="med" type="none"/>
            <a:tailEnd len="med" w="med" type="none"/>
          </a:ln>
        </p:spPr>
      </p:cxnSp>
      <p:cxnSp>
        <p:nvCxnSpPr>
          <p:cNvPr id="325" name="Google Shape;325;p25"/>
          <p:cNvCxnSpPr>
            <a:stCxn id="317" idx="3"/>
            <a:endCxn id="321" idx="1"/>
          </p:cNvCxnSpPr>
          <p:nvPr/>
        </p:nvCxnSpPr>
        <p:spPr>
          <a:xfrm flipH="1" rot="10800000">
            <a:off x="5287820" y="815360"/>
            <a:ext cx="790800" cy="452700"/>
          </a:xfrm>
          <a:prstGeom prst="straightConnector1">
            <a:avLst/>
          </a:prstGeom>
          <a:noFill/>
          <a:ln cap="flat" cmpd="sng" w="9525">
            <a:solidFill>
              <a:schemeClr val="dk1"/>
            </a:solidFill>
            <a:prstDash val="solid"/>
            <a:round/>
            <a:headEnd len="med" w="med" type="none"/>
            <a:tailEnd len="med" w="med" type="none"/>
          </a:ln>
        </p:spPr>
      </p:cxnSp>
      <p:cxnSp>
        <p:nvCxnSpPr>
          <p:cNvPr id="326" name="Google Shape;326;p25"/>
          <p:cNvCxnSpPr>
            <a:endCxn id="319" idx="1"/>
          </p:cNvCxnSpPr>
          <p:nvPr/>
        </p:nvCxnSpPr>
        <p:spPr>
          <a:xfrm flipH="1" rot="10800000">
            <a:off x="5146778" y="571806"/>
            <a:ext cx="353700" cy="114900"/>
          </a:xfrm>
          <a:prstGeom prst="straightConnector1">
            <a:avLst/>
          </a:prstGeom>
          <a:noFill/>
          <a:ln cap="flat" cmpd="sng" w="9525">
            <a:solidFill>
              <a:schemeClr val="dk1"/>
            </a:solidFill>
            <a:prstDash val="solid"/>
            <a:round/>
            <a:headEnd len="med" w="med" type="none"/>
            <a:tailEnd len="med" w="med" type="none"/>
          </a:ln>
        </p:spPr>
      </p:cxnSp>
      <p:cxnSp>
        <p:nvCxnSpPr>
          <p:cNvPr id="327" name="Google Shape;327;p25"/>
          <p:cNvCxnSpPr/>
          <p:nvPr/>
        </p:nvCxnSpPr>
        <p:spPr>
          <a:xfrm rot="10800000">
            <a:off x="5865971" y="571765"/>
            <a:ext cx="353700" cy="114900"/>
          </a:xfrm>
          <a:prstGeom prst="straightConnector1">
            <a:avLst/>
          </a:prstGeom>
          <a:noFill/>
          <a:ln cap="flat" cmpd="sng" w="9525">
            <a:solidFill>
              <a:schemeClr val="dk1"/>
            </a:solidFill>
            <a:prstDash val="solid"/>
            <a:round/>
            <a:headEnd len="med" w="med" type="none"/>
            <a:tailEnd len="med" w="med" type="none"/>
          </a:ln>
        </p:spPr>
      </p:cxnSp>
      <p:cxnSp>
        <p:nvCxnSpPr>
          <p:cNvPr id="328" name="Google Shape;328;p25"/>
          <p:cNvCxnSpPr/>
          <p:nvPr/>
        </p:nvCxnSpPr>
        <p:spPr>
          <a:xfrm>
            <a:off x="5146754" y="1396652"/>
            <a:ext cx="353700" cy="114900"/>
          </a:xfrm>
          <a:prstGeom prst="straightConnector1">
            <a:avLst/>
          </a:prstGeom>
          <a:noFill/>
          <a:ln cap="flat" cmpd="sng" w="9525">
            <a:solidFill>
              <a:schemeClr val="dk1"/>
            </a:solidFill>
            <a:prstDash val="solid"/>
            <a:round/>
            <a:headEnd len="med" w="med" type="none"/>
            <a:tailEnd len="med" w="med" type="none"/>
          </a:ln>
        </p:spPr>
      </p:cxnSp>
      <p:cxnSp>
        <p:nvCxnSpPr>
          <p:cNvPr id="329" name="Google Shape;329;p25"/>
          <p:cNvCxnSpPr/>
          <p:nvPr/>
        </p:nvCxnSpPr>
        <p:spPr>
          <a:xfrm flipH="1">
            <a:off x="5865971" y="1396652"/>
            <a:ext cx="353700" cy="114900"/>
          </a:xfrm>
          <a:prstGeom prst="straightConnector1">
            <a:avLst/>
          </a:prstGeom>
          <a:noFill/>
          <a:ln cap="flat" cmpd="sng" w="9525">
            <a:solidFill>
              <a:schemeClr val="dk1"/>
            </a:solidFill>
            <a:prstDash val="solid"/>
            <a:round/>
            <a:headEnd len="med" w="med" type="none"/>
            <a:tailEnd len="med" w="med" type="none"/>
          </a:ln>
        </p:spPr>
      </p:cxnSp>
      <p:cxnSp>
        <p:nvCxnSpPr>
          <p:cNvPr id="330" name="Google Shape;330;p25"/>
          <p:cNvCxnSpPr/>
          <p:nvPr/>
        </p:nvCxnSpPr>
        <p:spPr>
          <a:xfrm>
            <a:off x="5105066" y="935128"/>
            <a:ext cx="0" cy="213000"/>
          </a:xfrm>
          <a:prstGeom prst="straightConnector1">
            <a:avLst/>
          </a:prstGeom>
          <a:noFill/>
          <a:ln cap="flat" cmpd="sng" w="9525">
            <a:solidFill>
              <a:schemeClr val="dk1"/>
            </a:solidFill>
            <a:prstDash val="solid"/>
            <a:round/>
            <a:headEnd len="med" w="med" type="none"/>
            <a:tailEnd len="med" w="med" type="none"/>
          </a:ln>
        </p:spPr>
      </p:cxnSp>
      <p:cxnSp>
        <p:nvCxnSpPr>
          <p:cNvPr id="331" name="Google Shape;331;p25"/>
          <p:cNvCxnSpPr/>
          <p:nvPr/>
        </p:nvCxnSpPr>
        <p:spPr>
          <a:xfrm>
            <a:off x="6261384" y="935128"/>
            <a:ext cx="0" cy="213000"/>
          </a:xfrm>
          <a:prstGeom prst="straightConnector1">
            <a:avLst/>
          </a:prstGeom>
          <a:noFill/>
          <a:ln cap="flat" cmpd="sng" w="9525">
            <a:solidFill>
              <a:schemeClr val="dk1"/>
            </a:solidFill>
            <a:prstDash val="solid"/>
            <a:round/>
            <a:headEnd len="med" w="med" type="none"/>
            <a:tailEnd len="med" w="med" type="none"/>
          </a:ln>
        </p:spPr>
      </p:cxnSp>
      <p:cxnSp>
        <p:nvCxnSpPr>
          <p:cNvPr id="332" name="Google Shape;332;p25"/>
          <p:cNvCxnSpPr/>
          <p:nvPr/>
        </p:nvCxnSpPr>
        <p:spPr>
          <a:xfrm>
            <a:off x="5287845" y="772702"/>
            <a:ext cx="794700" cy="0"/>
          </a:xfrm>
          <a:prstGeom prst="straightConnector1">
            <a:avLst/>
          </a:prstGeom>
          <a:noFill/>
          <a:ln cap="flat" cmpd="sng" w="9525">
            <a:solidFill>
              <a:schemeClr val="dk1"/>
            </a:solidFill>
            <a:prstDash val="solid"/>
            <a:round/>
            <a:headEnd len="med" w="med" type="none"/>
            <a:tailEnd len="med" w="med" type="none"/>
          </a:ln>
        </p:spPr>
      </p:cxnSp>
      <p:cxnSp>
        <p:nvCxnSpPr>
          <p:cNvPr id="333" name="Google Shape;333;p25"/>
          <p:cNvCxnSpPr/>
          <p:nvPr/>
        </p:nvCxnSpPr>
        <p:spPr>
          <a:xfrm>
            <a:off x="5263742" y="1290901"/>
            <a:ext cx="794700" cy="0"/>
          </a:xfrm>
          <a:prstGeom prst="straightConnector1">
            <a:avLst/>
          </a:prstGeom>
          <a:noFill/>
          <a:ln cap="flat" cmpd="sng" w="9525">
            <a:solidFill>
              <a:schemeClr val="dk1"/>
            </a:solidFill>
            <a:prstDash val="solid"/>
            <a:round/>
            <a:headEnd len="med" w="med" type="none"/>
            <a:tailEnd len="med" w="med" type="none"/>
          </a:ln>
        </p:spPr>
      </p:cxnSp>
      <p:cxnSp>
        <p:nvCxnSpPr>
          <p:cNvPr id="334" name="Google Shape;334;p25"/>
          <p:cNvCxnSpPr/>
          <p:nvPr/>
        </p:nvCxnSpPr>
        <p:spPr>
          <a:xfrm>
            <a:off x="5287838" y="858241"/>
            <a:ext cx="354600" cy="599100"/>
          </a:xfrm>
          <a:prstGeom prst="straightConnector1">
            <a:avLst/>
          </a:prstGeom>
          <a:noFill/>
          <a:ln cap="flat" cmpd="sng" w="9525">
            <a:solidFill>
              <a:schemeClr val="dk1"/>
            </a:solidFill>
            <a:prstDash val="solid"/>
            <a:round/>
            <a:headEnd len="med" w="med" type="none"/>
            <a:tailEnd len="med" w="med" type="none"/>
          </a:ln>
        </p:spPr>
      </p:cxnSp>
      <p:cxnSp>
        <p:nvCxnSpPr>
          <p:cNvPr id="335" name="Google Shape;335;p25"/>
          <p:cNvCxnSpPr/>
          <p:nvPr/>
        </p:nvCxnSpPr>
        <p:spPr>
          <a:xfrm flipH="1">
            <a:off x="5723998" y="858241"/>
            <a:ext cx="354600" cy="599100"/>
          </a:xfrm>
          <a:prstGeom prst="straightConnector1">
            <a:avLst/>
          </a:prstGeom>
          <a:noFill/>
          <a:ln cap="flat" cmpd="sng" w="9525">
            <a:solidFill>
              <a:schemeClr val="dk1"/>
            </a:solidFill>
            <a:prstDash val="solid"/>
            <a:round/>
            <a:headEnd len="med" w="med" type="none"/>
            <a:tailEnd len="med" w="med" type="none"/>
          </a:ln>
        </p:spPr>
      </p:cxnSp>
      <p:cxnSp>
        <p:nvCxnSpPr>
          <p:cNvPr id="336" name="Google Shape;336;p25"/>
          <p:cNvCxnSpPr/>
          <p:nvPr/>
        </p:nvCxnSpPr>
        <p:spPr>
          <a:xfrm flipH="1" rot="10800000">
            <a:off x="5287845" y="703933"/>
            <a:ext cx="358500" cy="533700"/>
          </a:xfrm>
          <a:prstGeom prst="straightConnector1">
            <a:avLst/>
          </a:prstGeom>
          <a:noFill/>
          <a:ln cap="flat" cmpd="sng" w="9525">
            <a:solidFill>
              <a:schemeClr val="dk1"/>
            </a:solidFill>
            <a:prstDash val="solid"/>
            <a:round/>
            <a:headEnd len="med" w="med" type="none"/>
            <a:tailEnd len="med" w="med" type="none"/>
          </a:ln>
        </p:spPr>
      </p:cxnSp>
      <p:cxnSp>
        <p:nvCxnSpPr>
          <p:cNvPr id="337" name="Google Shape;337;p25"/>
          <p:cNvCxnSpPr/>
          <p:nvPr/>
        </p:nvCxnSpPr>
        <p:spPr>
          <a:xfrm rot="10800000">
            <a:off x="5723105" y="703933"/>
            <a:ext cx="355500" cy="533700"/>
          </a:xfrm>
          <a:prstGeom prst="straightConnector1">
            <a:avLst/>
          </a:prstGeom>
          <a:noFill/>
          <a:ln cap="flat" cmpd="sng" w="9525">
            <a:solidFill>
              <a:schemeClr val="dk1"/>
            </a:solidFill>
            <a:prstDash val="solid"/>
            <a:round/>
            <a:headEnd len="med" w="med" type="none"/>
            <a:tailEnd len="med" w="med" type="none"/>
          </a:ln>
        </p:spPr>
      </p:cxnSp>
      <p:pic>
        <p:nvPicPr>
          <p:cNvPr id="338" name="Google Shape;338;p25"/>
          <p:cNvPicPr preferRelativeResize="0"/>
          <p:nvPr/>
        </p:nvPicPr>
        <p:blipFill>
          <a:blip r:embed="rId3">
            <a:alphaModFix/>
          </a:blip>
          <a:stretch>
            <a:fillRect/>
          </a:stretch>
        </p:blipFill>
        <p:spPr>
          <a:xfrm>
            <a:off x="7190675" y="1119329"/>
            <a:ext cx="365495" cy="213037"/>
          </a:xfrm>
          <a:prstGeom prst="rect">
            <a:avLst/>
          </a:prstGeom>
          <a:noFill/>
          <a:ln>
            <a:noFill/>
          </a:ln>
        </p:spPr>
      </p:pic>
      <p:pic>
        <p:nvPicPr>
          <p:cNvPr id="339" name="Google Shape;339;p25"/>
          <p:cNvPicPr preferRelativeResize="0"/>
          <p:nvPr/>
        </p:nvPicPr>
        <p:blipFill>
          <a:blip r:embed="rId3">
            <a:alphaModFix/>
          </a:blip>
          <a:stretch>
            <a:fillRect/>
          </a:stretch>
        </p:blipFill>
        <p:spPr>
          <a:xfrm>
            <a:off x="7190675" y="666491"/>
            <a:ext cx="365495" cy="213037"/>
          </a:xfrm>
          <a:prstGeom prst="rect">
            <a:avLst/>
          </a:prstGeom>
          <a:noFill/>
          <a:ln>
            <a:noFill/>
          </a:ln>
        </p:spPr>
      </p:pic>
      <p:pic>
        <p:nvPicPr>
          <p:cNvPr id="340" name="Google Shape;340;p25"/>
          <p:cNvPicPr preferRelativeResize="0"/>
          <p:nvPr/>
        </p:nvPicPr>
        <p:blipFill>
          <a:blip r:embed="rId3">
            <a:alphaModFix/>
          </a:blip>
          <a:stretch>
            <a:fillRect/>
          </a:stretch>
        </p:blipFill>
        <p:spPr>
          <a:xfrm>
            <a:off x="7768828" y="423075"/>
            <a:ext cx="365495" cy="213037"/>
          </a:xfrm>
          <a:prstGeom prst="rect">
            <a:avLst/>
          </a:prstGeom>
          <a:noFill/>
          <a:ln>
            <a:noFill/>
          </a:ln>
        </p:spPr>
      </p:pic>
      <p:pic>
        <p:nvPicPr>
          <p:cNvPr id="341" name="Google Shape;341;p25"/>
          <p:cNvPicPr preferRelativeResize="0"/>
          <p:nvPr/>
        </p:nvPicPr>
        <p:blipFill>
          <a:blip r:embed="rId3">
            <a:alphaModFix/>
          </a:blip>
          <a:stretch>
            <a:fillRect/>
          </a:stretch>
        </p:blipFill>
        <p:spPr>
          <a:xfrm>
            <a:off x="8346980" y="1119329"/>
            <a:ext cx="365495" cy="213037"/>
          </a:xfrm>
          <a:prstGeom prst="rect">
            <a:avLst/>
          </a:prstGeom>
          <a:noFill/>
          <a:ln>
            <a:noFill/>
          </a:ln>
        </p:spPr>
      </p:pic>
      <p:pic>
        <p:nvPicPr>
          <p:cNvPr id="342" name="Google Shape;342;p25"/>
          <p:cNvPicPr preferRelativeResize="0"/>
          <p:nvPr/>
        </p:nvPicPr>
        <p:blipFill>
          <a:blip r:embed="rId3">
            <a:alphaModFix/>
          </a:blip>
          <a:stretch>
            <a:fillRect/>
          </a:stretch>
        </p:blipFill>
        <p:spPr>
          <a:xfrm>
            <a:off x="8346980" y="666491"/>
            <a:ext cx="365495" cy="213037"/>
          </a:xfrm>
          <a:prstGeom prst="rect">
            <a:avLst/>
          </a:prstGeom>
          <a:noFill/>
          <a:ln>
            <a:noFill/>
          </a:ln>
        </p:spPr>
      </p:pic>
      <p:pic>
        <p:nvPicPr>
          <p:cNvPr id="343" name="Google Shape;343;p25"/>
          <p:cNvPicPr preferRelativeResize="0"/>
          <p:nvPr/>
        </p:nvPicPr>
        <p:blipFill>
          <a:blip r:embed="rId3">
            <a:alphaModFix/>
          </a:blip>
          <a:stretch>
            <a:fillRect/>
          </a:stretch>
        </p:blipFill>
        <p:spPr>
          <a:xfrm>
            <a:off x="7768828" y="1431113"/>
            <a:ext cx="365495" cy="213037"/>
          </a:xfrm>
          <a:prstGeom prst="rect">
            <a:avLst/>
          </a:prstGeom>
          <a:noFill/>
          <a:ln>
            <a:noFill/>
          </a:ln>
        </p:spPr>
      </p:pic>
      <p:cxnSp>
        <p:nvCxnSpPr>
          <p:cNvPr id="344" name="Google Shape;344;p25"/>
          <p:cNvCxnSpPr/>
          <p:nvPr/>
        </p:nvCxnSpPr>
        <p:spPr>
          <a:xfrm>
            <a:off x="7951575" y="650225"/>
            <a:ext cx="0" cy="766800"/>
          </a:xfrm>
          <a:prstGeom prst="straightConnector1">
            <a:avLst/>
          </a:prstGeom>
          <a:noFill/>
          <a:ln cap="flat" cmpd="sng" w="9525">
            <a:solidFill>
              <a:schemeClr val="dk1"/>
            </a:solidFill>
            <a:prstDash val="solid"/>
            <a:round/>
            <a:headEnd len="med" w="med" type="none"/>
            <a:tailEnd len="med" w="med" type="none"/>
          </a:ln>
        </p:spPr>
      </p:cxnSp>
      <p:cxnSp>
        <p:nvCxnSpPr>
          <p:cNvPr id="345" name="Google Shape;345;p25"/>
          <p:cNvCxnSpPr>
            <a:stCxn id="339" idx="3"/>
            <a:endCxn id="341" idx="1"/>
          </p:cNvCxnSpPr>
          <p:nvPr/>
        </p:nvCxnSpPr>
        <p:spPr>
          <a:xfrm>
            <a:off x="7556170" y="773009"/>
            <a:ext cx="790800" cy="452700"/>
          </a:xfrm>
          <a:prstGeom prst="straightConnector1">
            <a:avLst/>
          </a:prstGeom>
          <a:noFill/>
          <a:ln cap="flat" cmpd="sng" w="9525">
            <a:solidFill>
              <a:schemeClr val="dk1"/>
            </a:solidFill>
            <a:prstDash val="solid"/>
            <a:round/>
            <a:headEnd len="med" w="med" type="none"/>
            <a:tailEnd len="med" w="med" type="none"/>
          </a:ln>
        </p:spPr>
      </p:cxnSp>
      <p:cxnSp>
        <p:nvCxnSpPr>
          <p:cNvPr id="346" name="Google Shape;346;p25"/>
          <p:cNvCxnSpPr>
            <a:stCxn id="338" idx="3"/>
            <a:endCxn id="342" idx="1"/>
          </p:cNvCxnSpPr>
          <p:nvPr/>
        </p:nvCxnSpPr>
        <p:spPr>
          <a:xfrm flipH="1" rot="10800000">
            <a:off x="7556170" y="773147"/>
            <a:ext cx="790800" cy="452700"/>
          </a:xfrm>
          <a:prstGeom prst="straightConnector1">
            <a:avLst/>
          </a:prstGeom>
          <a:noFill/>
          <a:ln cap="flat" cmpd="sng" w="9525">
            <a:solidFill>
              <a:schemeClr val="dk1"/>
            </a:solidFill>
            <a:prstDash val="solid"/>
            <a:round/>
            <a:headEnd len="med" w="med" type="none"/>
            <a:tailEnd len="med" w="med" type="none"/>
          </a:ln>
        </p:spPr>
      </p:cxnSp>
      <p:cxnSp>
        <p:nvCxnSpPr>
          <p:cNvPr id="347" name="Google Shape;347;p25"/>
          <p:cNvCxnSpPr>
            <a:endCxn id="340" idx="1"/>
          </p:cNvCxnSpPr>
          <p:nvPr/>
        </p:nvCxnSpPr>
        <p:spPr>
          <a:xfrm flipH="1" rot="10800000">
            <a:off x="7415128" y="529593"/>
            <a:ext cx="353700" cy="114900"/>
          </a:xfrm>
          <a:prstGeom prst="straightConnector1">
            <a:avLst/>
          </a:prstGeom>
          <a:noFill/>
          <a:ln cap="flat" cmpd="sng" w="9525">
            <a:solidFill>
              <a:schemeClr val="dk1"/>
            </a:solidFill>
            <a:prstDash val="solid"/>
            <a:round/>
            <a:headEnd len="med" w="med" type="none"/>
            <a:tailEnd len="med" w="med" type="none"/>
          </a:ln>
        </p:spPr>
      </p:cxnSp>
      <p:cxnSp>
        <p:nvCxnSpPr>
          <p:cNvPr id="348" name="Google Shape;348;p25"/>
          <p:cNvCxnSpPr/>
          <p:nvPr/>
        </p:nvCxnSpPr>
        <p:spPr>
          <a:xfrm rot="10800000">
            <a:off x="8134321" y="529553"/>
            <a:ext cx="353700" cy="114900"/>
          </a:xfrm>
          <a:prstGeom prst="straightConnector1">
            <a:avLst/>
          </a:prstGeom>
          <a:noFill/>
          <a:ln cap="flat" cmpd="sng" w="9525">
            <a:solidFill>
              <a:schemeClr val="dk1"/>
            </a:solidFill>
            <a:prstDash val="solid"/>
            <a:round/>
            <a:headEnd len="med" w="med" type="none"/>
            <a:tailEnd len="med" w="med" type="none"/>
          </a:ln>
        </p:spPr>
      </p:cxnSp>
      <p:cxnSp>
        <p:nvCxnSpPr>
          <p:cNvPr id="349" name="Google Shape;349;p25"/>
          <p:cNvCxnSpPr/>
          <p:nvPr/>
        </p:nvCxnSpPr>
        <p:spPr>
          <a:xfrm>
            <a:off x="7415104" y="1354440"/>
            <a:ext cx="353700" cy="114900"/>
          </a:xfrm>
          <a:prstGeom prst="straightConnector1">
            <a:avLst/>
          </a:prstGeom>
          <a:noFill/>
          <a:ln cap="flat" cmpd="sng" w="9525">
            <a:solidFill>
              <a:schemeClr val="dk1"/>
            </a:solidFill>
            <a:prstDash val="solid"/>
            <a:round/>
            <a:headEnd len="med" w="med" type="none"/>
            <a:tailEnd len="med" w="med" type="none"/>
          </a:ln>
        </p:spPr>
      </p:cxnSp>
      <p:cxnSp>
        <p:nvCxnSpPr>
          <p:cNvPr id="350" name="Google Shape;350;p25"/>
          <p:cNvCxnSpPr/>
          <p:nvPr/>
        </p:nvCxnSpPr>
        <p:spPr>
          <a:xfrm flipH="1">
            <a:off x="8134321" y="1354440"/>
            <a:ext cx="353700" cy="114900"/>
          </a:xfrm>
          <a:prstGeom prst="straightConnector1">
            <a:avLst/>
          </a:prstGeom>
          <a:noFill/>
          <a:ln cap="flat" cmpd="sng" w="9525">
            <a:solidFill>
              <a:schemeClr val="dk1"/>
            </a:solidFill>
            <a:prstDash val="solid"/>
            <a:round/>
            <a:headEnd len="med" w="med" type="none"/>
            <a:tailEnd len="med" w="med" type="none"/>
          </a:ln>
        </p:spPr>
      </p:cxnSp>
      <p:cxnSp>
        <p:nvCxnSpPr>
          <p:cNvPr id="351" name="Google Shape;351;p25"/>
          <p:cNvCxnSpPr/>
          <p:nvPr/>
        </p:nvCxnSpPr>
        <p:spPr>
          <a:xfrm>
            <a:off x="7373416" y="892916"/>
            <a:ext cx="0" cy="213000"/>
          </a:xfrm>
          <a:prstGeom prst="straightConnector1">
            <a:avLst/>
          </a:prstGeom>
          <a:noFill/>
          <a:ln cap="flat" cmpd="sng" w="9525">
            <a:solidFill>
              <a:schemeClr val="dk1"/>
            </a:solidFill>
            <a:prstDash val="solid"/>
            <a:round/>
            <a:headEnd len="med" w="med" type="none"/>
            <a:tailEnd len="med" w="med" type="none"/>
          </a:ln>
        </p:spPr>
      </p:cxnSp>
      <p:cxnSp>
        <p:nvCxnSpPr>
          <p:cNvPr id="352" name="Google Shape;352;p25"/>
          <p:cNvCxnSpPr/>
          <p:nvPr/>
        </p:nvCxnSpPr>
        <p:spPr>
          <a:xfrm>
            <a:off x="8529734" y="892916"/>
            <a:ext cx="0" cy="213000"/>
          </a:xfrm>
          <a:prstGeom prst="straightConnector1">
            <a:avLst/>
          </a:prstGeom>
          <a:noFill/>
          <a:ln cap="flat" cmpd="sng" w="9525">
            <a:solidFill>
              <a:schemeClr val="dk1"/>
            </a:solidFill>
            <a:prstDash val="solid"/>
            <a:round/>
            <a:headEnd len="med" w="med" type="none"/>
            <a:tailEnd len="med" w="med" type="none"/>
          </a:ln>
        </p:spPr>
      </p:cxnSp>
      <p:cxnSp>
        <p:nvCxnSpPr>
          <p:cNvPr id="353" name="Google Shape;353;p25"/>
          <p:cNvCxnSpPr/>
          <p:nvPr/>
        </p:nvCxnSpPr>
        <p:spPr>
          <a:xfrm>
            <a:off x="7556195" y="730490"/>
            <a:ext cx="794700" cy="0"/>
          </a:xfrm>
          <a:prstGeom prst="straightConnector1">
            <a:avLst/>
          </a:prstGeom>
          <a:noFill/>
          <a:ln cap="flat" cmpd="sng" w="9525">
            <a:solidFill>
              <a:schemeClr val="dk1"/>
            </a:solidFill>
            <a:prstDash val="solid"/>
            <a:round/>
            <a:headEnd len="med" w="med" type="none"/>
            <a:tailEnd len="med" w="med" type="none"/>
          </a:ln>
        </p:spPr>
      </p:cxnSp>
      <p:cxnSp>
        <p:nvCxnSpPr>
          <p:cNvPr id="354" name="Google Shape;354;p25"/>
          <p:cNvCxnSpPr/>
          <p:nvPr/>
        </p:nvCxnSpPr>
        <p:spPr>
          <a:xfrm>
            <a:off x="7532092" y="1248688"/>
            <a:ext cx="794700" cy="0"/>
          </a:xfrm>
          <a:prstGeom prst="straightConnector1">
            <a:avLst/>
          </a:prstGeom>
          <a:noFill/>
          <a:ln cap="flat" cmpd="sng" w="9525">
            <a:solidFill>
              <a:schemeClr val="dk1"/>
            </a:solidFill>
            <a:prstDash val="solid"/>
            <a:round/>
            <a:headEnd len="med" w="med" type="none"/>
            <a:tailEnd len="med" w="med" type="none"/>
          </a:ln>
        </p:spPr>
      </p:cxnSp>
      <p:cxnSp>
        <p:nvCxnSpPr>
          <p:cNvPr id="355" name="Google Shape;355;p25"/>
          <p:cNvCxnSpPr/>
          <p:nvPr/>
        </p:nvCxnSpPr>
        <p:spPr>
          <a:xfrm>
            <a:off x="7556188" y="816028"/>
            <a:ext cx="354600" cy="599100"/>
          </a:xfrm>
          <a:prstGeom prst="straightConnector1">
            <a:avLst/>
          </a:prstGeom>
          <a:noFill/>
          <a:ln cap="flat" cmpd="sng" w="9525">
            <a:solidFill>
              <a:schemeClr val="dk1"/>
            </a:solidFill>
            <a:prstDash val="solid"/>
            <a:round/>
            <a:headEnd len="med" w="med" type="none"/>
            <a:tailEnd len="med" w="med" type="none"/>
          </a:ln>
        </p:spPr>
      </p:cxnSp>
      <p:cxnSp>
        <p:nvCxnSpPr>
          <p:cNvPr id="356" name="Google Shape;356;p25"/>
          <p:cNvCxnSpPr/>
          <p:nvPr/>
        </p:nvCxnSpPr>
        <p:spPr>
          <a:xfrm flipH="1">
            <a:off x="7992348" y="816028"/>
            <a:ext cx="354600" cy="599100"/>
          </a:xfrm>
          <a:prstGeom prst="straightConnector1">
            <a:avLst/>
          </a:prstGeom>
          <a:noFill/>
          <a:ln cap="flat" cmpd="sng" w="9525">
            <a:solidFill>
              <a:schemeClr val="dk1"/>
            </a:solidFill>
            <a:prstDash val="solid"/>
            <a:round/>
            <a:headEnd len="med" w="med" type="none"/>
            <a:tailEnd len="med" w="med" type="none"/>
          </a:ln>
        </p:spPr>
      </p:cxnSp>
      <p:cxnSp>
        <p:nvCxnSpPr>
          <p:cNvPr id="357" name="Google Shape;357;p25"/>
          <p:cNvCxnSpPr/>
          <p:nvPr/>
        </p:nvCxnSpPr>
        <p:spPr>
          <a:xfrm flipH="1" rot="10800000">
            <a:off x="7556195" y="661720"/>
            <a:ext cx="358500" cy="533700"/>
          </a:xfrm>
          <a:prstGeom prst="straightConnector1">
            <a:avLst/>
          </a:prstGeom>
          <a:noFill/>
          <a:ln cap="flat" cmpd="sng" w="9525">
            <a:solidFill>
              <a:schemeClr val="dk1"/>
            </a:solidFill>
            <a:prstDash val="solid"/>
            <a:round/>
            <a:headEnd len="med" w="med" type="none"/>
            <a:tailEnd len="med" w="med" type="none"/>
          </a:ln>
        </p:spPr>
      </p:cxnSp>
      <p:cxnSp>
        <p:nvCxnSpPr>
          <p:cNvPr id="358" name="Google Shape;358;p25"/>
          <p:cNvCxnSpPr/>
          <p:nvPr/>
        </p:nvCxnSpPr>
        <p:spPr>
          <a:xfrm rot="10800000">
            <a:off x="7991455" y="661720"/>
            <a:ext cx="355500" cy="533700"/>
          </a:xfrm>
          <a:prstGeom prst="straightConnector1">
            <a:avLst/>
          </a:prstGeom>
          <a:noFill/>
          <a:ln cap="flat" cmpd="sng" w="9525">
            <a:solidFill>
              <a:schemeClr val="dk1"/>
            </a:solidFill>
            <a:prstDash val="solid"/>
            <a:round/>
            <a:headEnd len="med" w="med" type="none"/>
            <a:tailEnd len="med" w="med" type="none"/>
          </a:ln>
        </p:spPr>
      </p:cxnSp>
      <p:sp>
        <p:nvSpPr>
          <p:cNvPr id="359" name="Google Shape;359;p25"/>
          <p:cNvSpPr txBox="1"/>
          <p:nvPr/>
        </p:nvSpPr>
        <p:spPr>
          <a:xfrm>
            <a:off x="5466125" y="72375"/>
            <a:ext cx="1242600" cy="2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Building C - Office Staff</a:t>
            </a:r>
            <a:endParaRPr sz="800">
              <a:solidFill>
                <a:schemeClr val="dk2"/>
              </a:solidFill>
            </a:endParaRPr>
          </a:p>
        </p:txBody>
      </p:sp>
      <p:sp>
        <p:nvSpPr>
          <p:cNvPr id="360" name="Google Shape;360;p25"/>
          <p:cNvSpPr txBox="1"/>
          <p:nvPr/>
        </p:nvSpPr>
        <p:spPr>
          <a:xfrm>
            <a:off x="7432125" y="133500"/>
            <a:ext cx="1097700" cy="2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Building D - IT Staff</a:t>
            </a:r>
            <a:endParaRPr sz="800">
              <a:solidFill>
                <a:schemeClr val="dk2"/>
              </a:solidFill>
            </a:endParaRPr>
          </a:p>
        </p:txBody>
      </p:sp>
      <p:pic>
        <p:nvPicPr>
          <p:cNvPr id="361" name="Google Shape;361;p25"/>
          <p:cNvPicPr preferRelativeResize="0"/>
          <p:nvPr/>
        </p:nvPicPr>
        <p:blipFill>
          <a:blip r:embed="rId4">
            <a:alphaModFix/>
          </a:blip>
          <a:stretch>
            <a:fillRect/>
          </a:stretch>
        </p:blipFill>
        <p:spPr>
          <a:xfrm>
            <a:off x="1494250" y="246753"/>
            <a:ext cx="241700" cy="311550"/>
          </a:xfrm>
          <a:prstGeom prst="rect">
            <a:avLst/>
          </a:prstGeom>
          <a:noFill/>
          <a:ln>
            <a:noFill/>
          </a:ln>
        </p:spPr>
      </p:pic>
      <p:pic>
        <p:nvPicPr>
          <p:cNvPr id="362" name="Google Shape;362;p25"/>
          <p:cNvPicPr preferRelativeResize="0"/>
          <p:nvPr/>
        </p:nvPicPr>
        <p:blipFill>
          <a:blip r:embed="rId4">
            <a:alphaModFix/>
          </a:blip>
          <a:stretch>
            <a:fillRect/>
          </a:stretch>
        </p:blipFill>
        <p:spPr>
          <a:xfrm>
            <a:off x="3856963" y="232715"/>
            <a:ext cx="241700" cy="311550"/>
          </a:xfrm>
          <a:prstGeom prst="rect">
            <a:avLst/>
          </a:prstGeom>
          <a:noFill/>
          <a:ln>
            <a:noFill/>
          </a:ln>
        </p:spPr>
      </p:pic>
      <p:pic>
        <p:nvPicPr>
          <p:cNvPr id="363" name="Google Shape;363;p25"/>
          <p:cNvPicPr preferRelativeResize="0"/>
          <p:nvPr/>
        </p:nvPicPr>
        <p:blipFill>
          <a:blip r:embed="rId4">
            <a:alphaModFix/>
          </a:blip>
          <a:stretch>
            <a:fillRect/>
          </a:stretch>
        </p:blipFill>
        <p:spPr>
          <a:xfrm>
            <a:off x="6172488" y="291703"/>
            <a:ext cx="241700" cy="311550"/>
          </a:xfrm>
          <a:prstGeom prst="rect">
            <a:avLst/>
          </a:prstGeom>
          <a:noFill/>
          <a:ln>
            <a:noFill/>
          </a:ln>
        </p:spPr>
      </p:pic>
      <p:pic>
        <p:nvPicPr>
          <p:cNvPr id="364" name="Google Shape;364;p25"/>
          <p:cNvPicPr preferRelativeResize="0"/>
          <p:nvPr/>
        </p:nvPicPr>
        <p:blipFill>
          <a:blip r:embed="rId4">
            <a:alphaModFix/>
          </a:blip>
          <a:stretch>
            <a:fillRect/>
          </a:stretch>
        </p:blipFill>
        <p:spPr>
          <a:xfrm>
            <a:off x="8488025" y="218003"/>
            <a:ext cx="241700" cy="311550"/>
          </a:xfrm>
          <a:prstGeom prst="rect">
            <a:avLst/>
          </a:prstGeom>
          <a:noFill/>
          <a:ln>
            <a:noFill/>
          </a:ln>
        </p:spPr>
      </p:pic>
      <p:pic>
        <p:nvPicPr>
          <p:cNvPr id="365" name="Google Shape;365;p25"/>
          <p:cNvPicPr preferRelativeResize="0"/>
          <p:nvPr/>
        </p:nvPicPr>
        <p:blipFill>
          <a:blip r:embed="rId5">
            <a:alphaModFix/>
          </a:blip>
          <a:stretch>
            <a:fillRect/>
          </a:stretch>
        </p:blipFill>
        <p:spPr>
          <a:xfrm>
            <a:off x="1671751" y="573625"/>
            <a:ext cx="452912" cy="354368"/>
          </a:xfrm>
          <a:prstGeom prst="rect">
            <a:avLst/>
          </a:prstGeom>
          <a:noFill/>
          <a:ln>
            <a:noFill/>
          </a:ln>
        </p:spPr>
      </p:pic>
      <p:pic>
        <p:nvPicPr>
          <p:cNvPr id="366" name="Google Shape;366;p25"/>
          <p:cNvPicPr preferRelativeResize="0"/>
          <p:nvPr/>
        </p:nvPicPr>
        <p:blipFill>
          <a:blip r:embed="rId5">
            <a:alphaModFix/>
          </a:blip>
          <a:stretch>
            <a:fillRect/>
          </a:stretch>
        </p:blipFill>
        <p:spPr>
          <a:xfrm>
            <a:off x="4082376" y="553312"/>
            <a:ext cx="452912" cy="354368"/>
          </a:xfrm>
          <a:prstGeom prst="rect">
            <a:avLst/>
          </a:prstGeom>
          <a:noFill/>
          <a:ln>
            <a:noFill/>
          </a:ln>
        </p:spPr>
      </p:pic>
      <p:pic>
        <p:nvPicPr>
          <p:cNvPr id="367" name="Google Shape;367;p25"/>
          <p:cNvPicPr preferRelativeResize="0"/>
          <p:nvPr/>
        </p:nvPicPr>
        <p:blipFill>
          <a:blip r:embed="rId5">
            <a:alphaModFix/>
          </a:blip>
          <a:stretch>
            <a:fillRect/>
          </a:stretch>
        </p:blipFill>
        <p:spPr>
          <a:xfrm>
            <a:off x="6408176" y="513562"/>
            <a:ext cx="452912" cy="354368"/>
          </a:xfrm>
          <a:prstGeom prst="rect">
            <a:avLst/>
          </a:prstGeom>
          <a:noFill/>
          <a:ln>
            <a:noFill/>
          </a:ln>
        </p:spPr>
      </p:pic>
      <p:pic>
        <p:nvPicPr>
          <p:cNvPr id="368" name="Google Shape;368;p25"/>
          <p:cNvPicPr preferRelativeResize="0"/>
          <p:nvPr/>
        </p:nvPicPr>
        <p:blipFill>
          <a:blip r:embed="rId5">
            <a:alphaModFix/>
          </a:blip>
          <a:stretch>
            <a:fillRect/>
          </a:stretch>
        </p:blipFill>
        <p:spPr>
          <a:xfrm>
            <a:off x="8664301" y="553300"/>
            <a:ext cx="452912" cy="354368"/>
          </a:xfrm>
          <a:prstGeom prst="rect">
            <a:avLst/>
          </a:prstGeom>
          <a:noFill/>
          <a:ln>
            <a:noFill/>
          </a:ln>
        </p:spPr>
      </p:pic>
      <p:pic>
        <p:nvPicPr>
          <p:cNvPr id="369" name="Google Shape;369;p25"/>
          <p:cNvPicPr preferRelativeResize="0"/>
          <p:nvPr/>
        </p:nvPicPr>
        <p:blipFill>
          <a:blip r:embed="rId6">
            <a:alphaModFix/>
          </a:blip>
          <a:stretch>
            <a:fillRect/>
          </a:stretch>
        </p:blipFill>
        <p:spPr>
          <a:xfrm>
            <a:off x="1686662" y="992062"/>
            <a:ext cx="400200" cy="388075"/>
          </a:xfrm>
          <a:prstGeom prst="rect">
            <a:avLst/>
          </a:prstGeom>
          <a:noFill/>
          <a:ln>
            <a:noFill/>
          </a:ln>
        </p:spPr>
      </p:pic>
      <p:pic>
        <p:nvPicPr>
          <p:cNvPr id="370" name="Google Shape;370;p25"/>
          <p:cNvPicPr preferRelativeResize="0"/>
          <p:nvPr/>
        </p:nvPicPr>
        <p:blipFill>
          <a:blip r:embed="rId6">
            <a:alphaModFix/>
          </a:blip>
          <a:stretch>
            <a:fillRect/>
          </a:stretch>
        </p:blipFill>
        <p:spPr>
          <a:xfrm>
            <a:off x="4133987" y="958287"/>
            <a:ext cx="400200" cy="388075"/>
          </a:xfrm>
          <a:prstGeom prst="rect">
            <a:avLst/>
          </a:prstGeom>
          <a:noFill/>
          <a:ln>
            <a:noFill/>
          </a:ln>
        </p:spPr>
      </p:pic>
      <p:pic>
        <p:nvPicPr>
          <p:cNvPr id="371" name="Google Shape;371;p25"/>
          <p:cNvPicPr preferRelativeResize="0"/>
          <p:nvPr/>
        </p:nvPicPr>
        <p:blipFill>
          <a:blip r:embed="rId6">
            <a:alphaModFix/>
          </a:blip>
          <a:stretch>
            <a:fillRect/>
          </a:stretch>
        </p:blipFill>
        <p:spPr>
          <a:xfrm>
            <a:off x="6434550" y="958287"/>
            <a:ext cx="400200" cy="388075"/>
          </a:xfrm>
          <a:prstGeom prst="rect">
            <a:avLst/>
          </a:prstGeom>
          <a:noFill/>
          <a:ln>
            <a:noFill/>
          </a:ln>
        </p:spPr>
      </p:pic>
      <p:pic>
        <p:nvPicPr>
          <p:cNvPr id="372" name="Google Shape;372;p25"/>
          <p:cNvPicPr preferRelativeResize="0"/>
          <p:nvPr/>
        </p:nvPicPr>
        <p:blipFill>
          <a:blip r:embed="rId6">
            <a:alphaModFix/>
          </a:blip>
          <a:stretch>
            <a:fillRect/>
          </a:stretch>
        </p:blipFill>
        <p:spPr>
          <a:xfrm>
            <a:off x="8712475" y="963762"/>
            <a:ext cx="400200" cy="388075"/>
          </a:xfrm>
          <a:prstGeom prst="rect">
            <a:avLst/>
          </a:prstGeom>
          <a:noFill/>
          <a:ln>
            <a:noFill/>
          </a:ln>
        </p:spPr>
      </p:pic>
      <p:pic>
        <p:nvPicPr>
          <p:cNvPr id="373" name="Google Shape;373;p25"/>
          <p:cNvPicPr preferRelativeResize="0"/>
          <p:nvPr/>
        </p:nvPicPr>
        <p:blipFill rotWithShape="1">
          <a:blip r:embed="rId7">
            <a:alphaModFix/>
          </a:blip>
          <a:srcRect b="0" l="0" r="0" t="0"/>
          <a:stretch/>
        </p:blipFill>
        <p:spPr>
          <a:xfrm>
            <a:off x="707361" y="794073"/>
            <a:ext cx="311569" cy="311550"/>
          </a:xfrm>
          <a:prstGeom prst="rect">
            <a:avLst/>
          </a:prstGeom>
          <a:noFill/>
          <a:ln>
            <a:noFill/>
          </a:ln>
        </p:spPr>
      </p:pic>
      <p:pic>
        <p:nvPicPr>
          <p:cNvPr id="374" name="Google Shape;374;p25"/>
          <p:cNvPicPr preferRelativeResize="0"/>
          <p:nvPr/>
        </p:nvPicPr>
        <p:blipFill rotWithShape="1">
          <a:blip r:embed="rId7">
            <a:alphaModFix/>
          </a:blip>
          <a:srcRect b="0" l="0" r="0" t="0"/>
          <a:stretch/>
        </p:blipFill>
        <p:spPr>
          <a:xfrm>
            <a:off x="3208786" y="870548"/>
            <a:ext cx="311569" cy="311550"/>
          </a:xfrm>
          <a:prstGeom prst="rect">
            <a:avLst/>
          </a:prstGeom>
          <a:noFill/>
          <a:ln>
            <a:noFill/>
          </a:ln>
        </p:spPr>
      </p:pic>
      <p:pic>
        <p:nvPicPr>
          <p:cNvPr id="375" name="Google Shape;375;p25"/>
          <p:cNvPicPr preferRelativeResize="0"/>
          <p:nvPr/>
        </p:nvPicPr>
        <p:blipFill rotWithShape="1">
          <a:blip r:embed="rId7">
            <a:alphaModFix/>
          </a:blip>
          <a:srcRect b="0" l="0" r="0" t="0"/>
          <a:stretch/>
        </p:blipFill>
        <p:spPr>
          <a:xfrm>
            <a:off x="5527436" y="876023"/>
            <a:ext cx="311569" cy="311550"/>
          </a:xfrm>
          <a:prstGeom prst="rect">
            <a:avLst/>
          </a:prstGeom>
          <a:noFill/>
          <a:ln>
            <a:noFill/>
          </a:ln>
        </p:spPr>
      </p:pic>
      <p:pic>
        <p:nvPicPr>
          <p:cNvPr id="376" name="Google Shape;376;p25"/>
          <p:cNvPicPr preferRelativeResize="0"/>
          <p:nvPr/>
        </p:nvPicPr>
        <p:blipFill rotWithShape="1">
          <a:blip r:embed="rId7">
            <a:alphaModFix/>
          </a:blip>
          <a:srcRect b="0" l="0" r="0" t="0"/>
          <a:stretch/>
        </p:blipFill>
        <p:spPr>
          <a:xfrm>
            <a:off x="7795798" y="833823"/>
            <a:ext cx="311569" cy="311550"/>
          </a:xfrm>
          <a:prstGeom prst="rect">
            <a:avLst/>
          </a:prstGeom>
          <a:noFill/>
          <a:ln>
            <a:noFill/>
          </a:ln>
        </p:spPr>
      </p:pic>
      <p:pic>
        <p:nvPicPr>
          <p:cNvPr id="377" name="Google Shape;377;p25"/>
          <p:cNvPicPr preferRelativeResize="0"/>
          <p:nvPr/>
        </p:nvPicPr>
        <p:blipFill rotWithShape="1">
          <a:blip r:embed="rId8">
            <a:alphaModFix/>
          </a:blip>
          <a:srcRect b="13851" l="13649" r="12811" t="13098"/>
          <a:stretch/>
        </p:blipFill>
        <p:spPr>
          <a:xfrm>
            <a:off x="181800" y="2053550"/>
            <a:ext cx="285950" cy="284033"/>
          </a:xfrm>
          <a:prstGeom prst="rect">
            <a:avLst/>
          </a:prstGeom>
          <a:noFill/>
          <a:ln>
            <a:noFill/>
          </a:ln>
        </p:spPr>
      </p:pic>
      <p:pic>
        <p:nvPicPr>
          <p:cNvPr id="378" name="Google Shape;378;p25"/>
          <p:cNvPicPr preferRelativeResize="0"/>
          <p:nvPr/>
        </p:nvPicPr>
        <p:blipFill rotWithShape="1">
          <a:blip r:embed="rId8">
            <a:alphaModFix/>
          </a:blip>
          <a:srcRect b="13851" l="13649" r="12811" t="13098"/>
          <a:stretch/>
        </p:blipFill>
        <p:spPr>
          <a:xfrm>
            <a:off x="2506525" y="2053550"/>
            <a:ext cx="285950" cy="284033"/>
          </a:xfrm>
          <a:prstGeom prst="rect">
            <a:avLst/>
          </a:prstGeom>
          <a:noFill/>
          <a:ln>
            <a:noFill/>
          </a:ln>
        </p:spPr>
      </p:pic>
      <p:pic>
        <p:nvPicPr>
          <p:cNvPr id="379" name="Google Shape;379;p25"/>
          <p:cNvPicPr preferRelativeResize="0"/>
          <p:nvPr/>
        </p:nvPicPr>
        <p:blipFill rotWithShape="1">
          <a:blip r:embed="rId8">
            <a:alphaModFix/>
          </a:blip>
          <a:srcRect b="13851" l="13649" r="12811" t="13098"/>
          <a:stretch/>
        </p:blipFill>
        <p:spPr>
          <a:xfrm>
            <a:off x="6058450" y="1986450"/>
            <a:ext cx="285950" cy="284033"/>
          </a:xfrm>
          <a:prstGeom prst="rect">
            <a:avLst/>
          </a:prstGeom>
          <a:noFill/>
          <a:ln>
            <a:noFill/>
          </a:ln>
        </p:spPr>
      </p:pic>
      <p:pic>
        <p:nvPicPr>
          <p:cNvPr id="380" name="Google Shape;380;p25"/>
          <p:cNvPicPr preferRelativeResize="0"/>
          <p:nvPr/>
        </p:nvPicPr>
        <p:blipFill rotWithShape="1">
          <a:blip r:embed="rId8">
            <a:alphaModFix/>
          </a:blip>
          <a:srcRect b="13851" l="13649" r="12811" t="13098"/>
          <a:stretch/>
        </p:blipFill>
        <p:spPr>
          <a:xfrm>
            <a:off x="8426525" y="1986450"/>
            <a:ext cx="285950" cy="284033"/>
          </a:xfrm>
          <a:prstGeom prst="rect">
            <a:avLst/>
          </a:prstGeom>
          <a:noFill/>
          <a:ln>
            <a:noFill/>
          </a:ln>
        </p:spPr>
      </p:pic>
      <p:cxnSp>
        <p:nvCxnSpPr>
          <p:cNvPr id="381" name="Google Shape;381;p25"/>
          <p:cNvCxnSpPr>
            <a:endCxn id="377" idx="0"/>
          </p:cNvCxnSpPr>
          <p:nvPr/>
        </p:nvCxnSpPr>
        <p:spPr>
          <a:xfrm flipH="1">
            <a:off x="324775" y="951650"/>
            <a:ext cx="540300" cy="1101900"/>
          </a:xfrm>
          <a:prstGeom prst="straightConnector1">
            <a:avLst/>
          </a:prstGeom>
          <a:noFill/>
          <a:ln cap="flat" cmpd="sng" w="9525">
            <a:solidFill>
              <a:schemeClr val="dk2"/>
            </a:solidFill>
            <a:prstDash val="solid"/>
            <a:round/>
            <a:headEnd len="med" w="med" type="none"/>
            <a:tailEnd len="med" w="med" type="none"/>
          </a:ln>
        </p:spPr>
      </p:cxnSp>
      <p:cxnSp>
        <p:nvCxnSpPr>
          <p:cNvPr id="382" name="Google Shape;382;p25"/>
          <p:cNvCxnSpPr>
            <a:endCxn id="378" idx="0"/>
          </p:cNvCxnSpPr>
          <p:nvPr/>
        </p:nvCxnSpPr>
        <p:spPr>
          <a:xfrm flipH="1">
            <a:off x="2649500" y="1022450"/>
            <a:ext cx="700800" cy="1031100"/>
          </a:xfrm>
          <a:prstGeom prst="straightConnector1">
            <a:avLst/>
          </a:prstGeom>
          <a:noFill/>
          <a:ln cap="flat" cmpd="sng" w="9525">
            <a:solidFill>
              <a:schemeClr val="dk2"/>
            </a:solidFill>
            <a:prstDash val="solid"/>
            <a:round/>
            <a:headEnd len="med" w="med" type="none"/>
            <a:tailEnd len="med" w="med" type="none"/>
          </a:ln>
        </p:spPr>
      </p:cxnSp>
      <p:cxnSp>
        <p:nvCxnSpPr>
          <p:cNvPr id="383" name="Google Shape;383;p25"/>
          <p:cNvCxnSpPr>
            <a:endCxn id="379" idx="0"/>
          </p:cNvCxnSpPr>
          <p:nvPr/>
        </p:nvCxnSpPr>
        <p:spPr>
          <a:xfrm>
            <a:off x="5701925" y="1069650"/>
            <a:ext cx="499500" cy="916800"/>
          </a:xfrm>
          <a:prstGeom prst="straightConnector1">
            <a:avLst/>
          </a:prstGeom>
          <a:noFill/>
          <a:ln cap="flat" cmpd="sng" w="9525">
            <a:solidFill>
              <a:schemeClr val="dk2"/>
            </a:solidFill>
            <a:prstDash val="solid"/>
            <a:round/>
            <a:headEnd len="med" w="med" type="none"/>
            <a:tailEnd len="med" w="med" type="none"/>
          </a:ln>
        </p:spPr>
      </p:cxnSp>
      <p:cxnSp>
        <p:nvCxnSpPr>
          <p:cNvPr id="384" name="Google Shape;384;p25"/>
          <p:cNvCxnSpPr>
            <a:endCxn id="380" idx="0"/>
          </p:cNvCxnSpPr>
          <p:nvPr/>
        </p:nvCxnSpPr>
        <p:spPr>
          <a:xfrm>
            <a:off x="7959000" y="998850"/>
            <a:ext cx="610500" cy="987600"/>
          </a:xfrm>
          <a:prstGeom prst="straightConnector1">
            <a:avLst/>
          </a:prstGeom>
          <a:noFill/>
          <a:ln cap="flat" cmpd="sng" w="9525">
            <a:solidFill>
              <a:schemeClr val="dk2"/>
            </a:solidFill>
            <a:prstDash val="solid"/>
            <a:round/>
            <a:headEnd len="med" w="med" type="none"/>
            <a:tailEnd len="med" w="med" type="none"/>
          </a:ln>
        </p:spPr>
      </p:cxnSp>
      <p:pic>
        <p:nvPicPr>
          <p:cNvPr id="385" name="Google Shape;385;p25"/>
          <p:cNvPicPr preferRelativeResize="0"/>
          <p:nvPr/>
        </p:nvPicPr>
        <p:blipFill rotWithShape="1">
          <a:blip r:embed="rId9">
            <a:alphaModFix/>
          </a:blip>
          <a:srcRect b="0" l="219" r="209" t="0"/>
          <a:stretch/>
        </p:blipFill>
        <p:spPr>
          <a:xfrm>
            <a:off x="285000" y="1644150"/>
            <a:ext cx="311575" cy="302123"/>
          </a:xfrm>
          <a:prstGeom prst="rect">
            <a:avLst/>
          </a:prstGeom>
          <a:noFill/>
          <a:ln>
            <a:noFill/>
          </a:ln>
        </p:spPr>
      </p:pic>
      <p:pic>
        <p:nvPicPr>
          <p:cNvPr id="386" name="Google Shape;386;p25"/>
          <p:cNvPicPr preferRelativeResize="0"/>
          <p:nvPr/>
        </p:nvPicPr>
        <p:blipFill rotWithShape="1">
          <a:blip r:embed="rId9">
            <a:alphaModFix/>
          </a:blip>
          <a:srcRect b="0" l="219" r="209" t="0"/>
          <a:stretch/>
        </p:blipFill>
        <p:spPr>
          <a:xfrm>
            <a:off x="2663675" y="1634675"/>
            <a:ext cx="311575" cy="302123"/>
          </a:xfrm>
          <a:prstGeom prst="rect">
            <a:avLst/>
          </a:prstGeom>
          <a:noFill/>
          <a:ln>
            <a:noFill/>
          </a:ln>
        </p:spPr>
      </p:pic>
      <p:pic>
        <p:nvPicPr>
          <p:cNvPr id="387" name="Google Shape;387;p25"/>
          <p:cNvPicPr preferRelativeResize="0"/>
          <p:nvPr/>
        </p:nvPicPr>
        <p:blipFill rotWithShape="1">
          <a:blip r:embed="rId9">
            <a:alphaModFix/>
          </a:blip>
          <a:srcRect b="0" l="219" r="209" t="0"/>
          <a:stretch/>
        </p:blipFill>
        <p:spPr>
          <a:xfrm>
            <a:off x="5908100" y="1617300"/>
            <a:ext cx="311575" cy="302123"/>
          </a:xfrm>
          <a:prstGeom prst="rect">
            <a:avLst/>
          </a:prstGeom>
          <a:noFill/>
          <a:ln>
            <a:noFill/>
          </a:ln>
        </p:spPr>
      </p:pic>
      <p:pic>
        <p:nvPicPr>
          <p:cNvPr id="388" name="Google Shape;388;p25"/>
          <p:cNvPicPr preferRelativeResize="0"/>
          <p:nvPr/>
        </p:nvPicPr>
        <p:blipFill rotWithShape="1">
          <a:blip r:embed="rId9">
            <a:alphaModFix/>
          </a:blip>
          <a:srcRect b="0" l="219" r="209" t="0"/>
          <a:stretch/>
        </p:blipFill>
        <p:spPr>
          <a:xfrm>
            <a:off x="8257925" y="1597950"/>
            <a:ext cx="311575" cy="302123"/>
          </a:xfrm>
          <a:prstGeom prst="rect">
            <a:avLst/>
          </a:prstGeom>
          <a:noFill/>
          <a:ln>
            <a:noFill/>
          </a:ln>
        </p:spPr>
      </p:pic>
      <p:pic>
        <p:nvPicPr>
          <p:cNvPr id="389" name="Google Shape;389;p25"/>
          <p:cNvPicPr preferRelativeResize="0"/>
          <p:nvPr/>
        </p:nvPicPr>
        <p:blipFill rotWithShape="1">
          <a:blip r:embed="rId10">
            <a:alphaModFix/>
          </a:blip>
          <a:srcRect b="0" l="0" r="0" t="0"/>
          <a:stretch/>
        </p:blipFill>
        <p:spPr>
          <a:xfrm>
            <a:off x="1536212" y="2478132"/>
            <a:ext cx="437838" cy="339743"/>
          </a:xfrm>
          <a:prstGeom prst="rect">
            <a:avLst/>
          </a:prstGeom>
          <a:noFill/>
          <a:ln>
            <a:noFill/>
          </a:ln>
        </p:spPr>
      </p:pic>
      <p:pic>
        <p:nvPicPr>
          <p:cNvPr id="390" name="Google Shape;390;p25"/>
          <p:cNvPicPr preferRelativeResize="0"/>
          <p:nvPr/>
        </p:nvPicPr>
        <p:blipFill rotWithShape="1">
          <a:blip r:embed="rId11">
            <a:alphaModFix/>
          </a:blip>
          <a:srcRect b="416" l="0" r="0" t="426"/>
          <a:stretch/>
        </p:blipFill>
        <p:spPr>
          <a:xfrm>
            <a:off x="1433401" y="1604130"/>
            <a:ext cx="379273" cy="278874"/>
          </a:xfrm>
          <a:prstGeom prst="rect">
            <a:avLst/>
          </a:prstGeom>
          <a:noFill/>
          <a:ln>
            <a:noFill/>
          </a:ln>
        </p:spPr>
      </p:pic>
      <p:pic>
        <p:nvPicPr>
          <p:cNvPr id="391" name="Google Shape;391;p25"/>
          <p:cNvPicPr preferRelativeResize="0"/>
          <p:nvPr/>
        </p:nvPicPr>
        <p:blipFill rotWithShape="1">
          <a:blip r:embed="rId12">
            <a:alphaModFix/>
          </a:blip>
          <a:srcRect b="0" l="0" r="0" t="0"/>
          <a:stretch/>
        </p:blipFill>
        <p:spPr>
          <a:xfrm>
            <a:off x="781388" y="1812012"/>
            <a:ext cx="338387" cy="278874"/>
          </a:xfrm>
          <a:prstGeom prst="rect">
            <a:avLst/>
          </a:prstGeom>
          <a:noFill/>
          <a:ln>
            <a:noFill/>
          </a:ln>
        </p:spPr>
      </p:pic>
      <p:pic>
        <p:nvPicPr>
          <p:cNvPr id="392" name="Google Shape;392;p25"/>
          <p:cNvPicPr preferRelativeResize="0"/>
          <p:nvPr/>
        </p:nvPicPr>
        <p:blipFill rotWithShape="1">
          <a:blip r:embed="rId13">
            <a:alphaModFix/>
          </a:blip>
          <a:srcRect b="0" l="0" r="0" t="0"/>
          <a:stretch/>
        </p:blipFill>
        <p:spPr>
          <a:xfrm>
            <a:off x="727088" y="2527525"/>
            <a:ext cx="610500" cy="290358"/>
          </a:xfrm>
          <a:prstGeom prst="rect">
            <a:avLst/>
          </a:prstGeom>
          <a:noFill/>
          <a:ln>
            <a:noFill/>
          </a:ln>
        </p:spPr>
      </p:pic>
      <p:pic>
        <p:nvPicPr>
          <p:cNvPr id="393" name="Google Shape;393;p25"/>
          <p:cNvPicPr preferRelativeResize="0"/>
          <p:nvPr/>
        </p:nvPicPr>
        <p:blipFill rotWithShape="1">
          <a:blip r:embed="rId7">
            <a:alphaModFix/>
          </a:blip>
          <a:srcRect b="0" l="0" r="0" t="0"/>
          <a:stretch/>
        </p:blipFill>
        <p:spPr>
          <a:xfrm>
            <a:off x="1262478" y="2139599"/>
            <a:ext cx="241700" cy="241681"/>
          </a:xfrm>
          <a:prstGeom prst="rect">
            <a:avLst/>
          </a:prstGeom>
          <a:noFill/>
          <a:ln>
            <a:noFill/>
          </a:ln>
        </p:spPr>
      </p:pic>
      <p:cxnSp>
        <p:nvCxnSpPr>
          <p:cNvPr id="394" name="Google Shape;394;p25"/>
          <p:cNvCxnSpPr>
            <a:endCxn id="393" idx="1"/>
          </p:cNvCxnSpPr>
          <p:nvPr/>
        </p:nvCxnSpPr>
        <p:spPr>
          <a:xfrm>
            <a:off x="1069578" y="2029140"/>
            <a:ext cx="192900" cy="231300"/>
          </a:xfrm>
          <a:prstGeom prst="straightConnector1">
            <a:avLst/>
          </a:prstGeom>
          <a:noFill/>
          <a:ln cap="flat" cmpd="sng" w="9525">
            <a:solidFill>
              <a:schemeClr val="dk2"/>
            </a:solidFill>
            <a:prstDash val="solid"/>
            <a:round/>
            <a:headEnd len="med" w="med" type="none"/>
            <a:tailEnd len="med" w="med" type="none"/>
          </a:ln>
        </p:spPr>
      </p:cxnSp>
      <p:cxnSp>
        <p:nvCxnSpPr>
          <p:cNvPr id="395" name="Google Shape;395;p25"/>
          <p:cNvCxnSpPr>
            <a:endCxn id="393" idx="0"/>
          </p:cNvCxnSpPr>
          <p:nvPr/>
        </p:nvCxnSpPr>
        <p:spPr>
          <a:xfrm flipH="1">
            <a:off x="1383328" y="1879799"/>
            <a:ext cx="252600" cy="259800"/>
          </a:xfrm>
          <a:prstGeom prst="straightConnector1">
            <a:avLst/>
          </a:prstGeom>
          <a:noFill/>
          <a:ln cap="flat" cmpd="sng" w="9525">
            <a:solidFill>
              <a:schemeClr val="dk2"/>
            </a:solidFill>
            <a:prstDash val="solid"/>
            <a:round/>
            <a:headEnd len="med" w="med" type="none"/>
            <a:tailEnd len="med" w="med" type="none"/>
          </a:ln>
        </p:spPr>
      </p:cxnSp>
      <p:cxnSp>
        <p:nvCxnSpPr>
          <p:cNvPr id="396" name="Google Shape;396;p25"/>
          <p:cNvCxnSpPr>
            <a:endCxn id="389" idx="0"/>
          </p:cNvCxnSpPr>
          <p:nvPr/>
        </p:nvCxnSpPr>
        <p:spPr>
          <a:xfrm>
            <a:off x="1494431" y="2265132"/>
            <a:ext cx="260700" cy="213000"/>
          </a:xfrm>
          <a:prstGeom prst="straightConnector1">
            <a:avLst/>
          </a:prstGeom>
          <a:noFill/>
          <a:ln cap="flat" cmpd="sng" w="9525">
            <a:solidFill>
              <a:schemeClr val="dk2"/>
            </a:solidFill>
            <a:prstDash val="solid"/>
            <a:round/>
            <a:headEnd len="med" w="med" type="none"/>
            <a:tailEnd len="med" w="med" type="none"/>
          </a:ln>
        </p:spPr>
      </p:cxnSp>
      <p:cxnSp>
        <p:nvCxnSpPr>
          <p:cNvPr id="397" name="Google Shape;397;p25"/>
          <p:cNvCxnSpPr>
            <a:endCxn id="392" idx="0"/>
          </p:cNvCxnSpPr>
          <p:nvPr/>
        </p:nvCxnSpPr>
        <p:spPr>
          <a:xfrm flipH="1">
            <a:off x="1032337" y="2398825"/>
            <a:ext cx="367500" cy="128700"/>
          </a:xfrm>
          <a:prstGeom prst="straightConnector1">
            <a:avLst/>
          </a:prstGeom>
          <a:noFill/>
          <a:ln cap="flat" cmpd="sng" w="9525">
            <a:solidFill>
              <a:schemeClr val="dk2"/>
            </a:solidFill>
            <a:prstDash val="solid"/>
            <a:round/>
            <a:headEnd len="med" w="med" type="none"/>
            <a:tailEnd len="med" w="med" type="none"/>
          </a:ln>
        </p:spPr>
      </p:cxnSp>
      <p:cxnSp>
        <p:nvCxnSpPr>
          <p:cNvPr id="398" name="Google Shape;398;p25"/>
          <p:cNvCxnSpPr>
            <a:endCxn id="393" idx="1"/>
          </p:cNvCxnSpPr>
          <p:nvPr/>
        </p:nvCxnSpPr>
        <p:spPr>
          <a:xfrm>
            <a:off x="448278" y="2186340"/>
            <a:ext cx="814200" cy="74100"/>
          </a:xfrm>
          <a:prstGeom prst="straightConnector1">
            <a:avLst/>
          </a:prstGeom>
          <a:noFill/>
          <a:ln cap="flat" cmpd="sng" w="9525">
            <a:solidFill>
              <a:schemeClr val="dk2"/>
            </a:solidFill>
            <a:prstDash val="solid"/>
            <a:round/>
            <a:headEnd len="med" w="med" type="none"/>
            <a:tailEnd len="med" w="med" type="none"/>
          </a:ln>
        </p:spPr>
      </p:cxnSp>
      <p:pic>
        <p:nvPicPr>
          <p:cNvPr id="399" name="Google Shape;399;p25"/>
          <p:cNvPicPr preferRelativeResize="0"/>
          <p:nvPr/>
        </p:nvPicPr>
        <p:blipFill rotWithShape="1">
          <a:blip r:embed="rId10">
            <a:alphaModFix/>
          </a:blip>
          <a:srcRect b="0" l="0" r="0" t="0"/>
          <a:stretch/>
        </p:blipFill>
        <p:spPr>
          <a:xfrm>
            <a:off x="3827362" y="2485832"/>
            <a:ext cx="437838" cy="339743"/>
          </a:xfrm>
          <a:prstGeom prst="rect">
            <a:avLst/>
          </a:prstGeom>
          <a:noFill/>
          <a:ln>
            <a:noFill/>
          </a:ln>
        </p:spPr>
      </p:pic>
      <p:pic>
        <p:nvPicPr>
          <p:cNvPr id="400" name="Google Shape;400;p25"/>
          <p:cNvPicPr preferRelativeResize="0"/>
          <p:nvPr/>
        </p:nvPicPr>
        <p:blipFill rotWithShape="1">
          <a:blip r:embed="rId11">
            <a:alphaModFix/>
          </a:blip>
          <a:srcRect b="416" l="0" r="0" t="426"/>
          <a:stretch/>
        </p:blipFill>
        <p:spPr>
          <a:xfrm>
            <a:off x="3724550" y="1611825"/>
            <a:ext cx="400200" cy="294261"/>
          </a:xfrm>
          <a:prstGeom prst="rect">
            <a:avLst/>
          </a:prstGeom>
          <a:noFill/>
          <a:ln>
            <a:noFill/>
          </a:ln>
        </p:spPr>
      </p:pic>
      <p:pic>
        <p:nvPicPr>
          <p:cNvPr id="401" name="Google Shape;401;p25"/>
          <p:cNvPicPr preferRelativeResize="0"/>
          <p:nvPr/>
        </p:nvPicPr>
        <p:blipFill rotWithShape="1">
          <a:blip r:embed="rId12">
            <a:alphaModFix/>
          </a:blip>
          <a:srcRect b="0" l="0" r="0" t="0"/>
          <a:stretch/>
        </p:blipFill>
        <p:spPr>
          <a:xfrm>
            <a:off x="3072538" y="1819712"/>
            <a:ext cx="338387" cy="278874"/>
          </a:xfrm>
          <a:prstGeom prst="rect">
            <a:avLst/>
          </a:prstGeom>
          <a:noFill/>
          <a:ln>
            <a:noFill/>
          </a:ln>
        </p:spPr>
      </p:pic>
      <p:pic>
        <p:nvPicPr>
          <p:cNvPr id="402" name="Google Shape;402;p25"/>
          <p:cNvPicPr preferRelativeResize="0"/>
          <p:nvPr/>
        </p:nvPicPr>
        <p:blipFill rotWithShape="1">
          <a:blip r:embed="rId13">
            <a:alphaModFix/>
          </a:blip>
          <a:srcRect b="0" l="0" r="0" t="0"/>
          <a:stretch/>
        </p:blipFill>
        <p:spPr>
          <a:xfrm>
            <a:off x="3018238" y="2535225"/>
            <a:ext cx="610500" cy="290358"/>
          </a:xfrm>
          <a:prstGeom prst="rect">
            <a:avLst/>
          </a:prstGeom>
          <a:noFill/>
          <a:ln>
            <a:noFill/>
          </a:ln>
        </p:spPr>
      </p:pic>
      <p:pic>
        <p:nvPicPr>
          <p:cNvPr id="403" name="Google Shape;403;p25"/>
          <p:cNvPicPr preferRelativeResize="0"/>
          <p:nvPr/>
        </p:nvPicPr>
        <p:blipFill rotWithShape="1">
          <a:blip r:embed="rId7">
            <a:alphaModFix/>
          </a:blip>
          <a:srcRect b="0" l="0" r="0" t="0"/>
          <a:stretch/>
        </p:blipFill>
        <p:spPr>
          <a:xfrm>
            <a:off x="3553628" y="2147299"/>
            <a:ext cx="241700" cy="241681"/>
          </a:xfrm>
          <a:prstGeom prst="rect">
            <a:avLst/>
          </a:prstGeom>
          <a:noFill/>
          <a:ln>
            <a:noFill/>
          </a:ln>
        </p:spPr>
      </p:pic>
      <p:cxnSp>
        <p:nvCxnSpPr>
          <p:cNvPr id="404" name="Google Shape;404;p25"/>
          <p:cNvCxnSpPr>
            <a:endCxn id="403" idx="1"/>
          </p:cNvCxnSpPr>
          <p:nvPr/>
        </p:nvCxnSpPr>
        <p:spPr>
          <a:xfrm>
            <a:off x="3360728" y="2036840"/>
            <a:ext cx="192900" cy="231300"/>
          </a:xfrm>
          <a:prstGeom prst="straightConnector1">
            <a:avLst/>
          </a:prstGeom>
          <a:noFill/>
          <a:ln cap="flat" cmpd="sng" w="9525">
            <a:solidFill>
              <a:schemeClr val="dk2"/>
            </a:solidFill>
            <a:prstDash val="solid"/>
            <a:round/>
            <a:headEnd len="med" w="med" type="none"/>
            <a:tailEnd len="med" w="med" type="none"/>
          </a:ln>
        </p:spPr>
      </p:cxnSp>
      <p:cxnSp>
        <p:nvCxnSpPr>
          <p:cNvPr id="405" name="Google Shape;405;p25"/>
          <p:cNvCxnSpPr>
            <a:endCxn id="403" idx="0"/>
          </p:cNvCxnSpPr>
          <p:nvPr/>
        </p:nvCxnSpPr>
        <p:spPr>
          <a:xfrm flipH="1">
            <a:off x="3674478" y="1887499"/>
            <a:ext cx="252600" cy="259800"/>
          </a:xfrm>
          <a:prstGeom prst="straightConnector1">
            <a:avLst/>
          </a:prstGeom>
          <a:noFill/>
          <a:ln cap="flat" cmpd="sng" w="9525">
            <a:solidFill>
              <a:schemeClr val="dk2"/>
            </a:solidFill>
            <a:prstDash val="solid"/>
            <a:round/>
            <a:headEnd len="med" w="med" type="none"/>
            <a:tailEnd len="med" w="med" type="none"/>
          </a:ln>
        </p:spPr>
      </p:cxnSp>
      <p:cxnSp>
        <p:nvCxnSpPr>
          <p:cNvPr id="406" name="Google Shape;406;p25"/>
          <p:cNvCxnSpPr>
            <a:endCxn id="399" idx="0"/>
          </p:cNvCxnSpPr>
          <p:nvPr/>
        </p:nvCxnSpPr>
        <p:spPr>
          <a:xfrm>
            <a:off x="3785581" y="2272832"/>
            <a:ext cx="260700" cy="213000"/>
          </a:xfrm>
          <a:prstGeom prst="straightConnector1">
            <a:avLst/>
          </a:prstGeom>
          <a:noFill/>
          <a:ln cap="flat" cmpd="sng" w="9525">
            <a:solidFill>
              <a:schemeClr val="dk2"/>
            </a:solidFill>
            <a:prstDash val="solid"/>
            <a:round/>
            <a:headEnd len="med" w="med" type="none"/>
            <a:tailEnd len="med" w="med" type="none"/>
          </a:ln>
        </p:spPr>
      </p:cxnSp>
      <p:cxnSp>
        <p:nvCxnSpPr>
          <p:cNvPr id="407" name="Google Shape;407;p25"/>
          <p:cNvCxnSpPr>
            <a:endCxn id="402" idx="0"/>
          </p:cNvCxnSpPr>
          <p:nvPr/>
        </p:nvCxnSpPr>
        <p:spPr>
          <a:xfrm flipH="1">
            <a:off x="3323487" y="2406525"/>
            <a:ext cx="367500" cy="128700"/>
          </a:xfrm>
          <a:prstGeom prst="straightConnector1">
            <a:avLst/>
          </a:prstGeom>
          <a:noFill/>
          <a:ln cap="flat" cmpd="sng" w="9525">
            <a:solidFill>
              <a:schemeClr val="dk2"/>
            </a:solidFill>
            <a:prstDash val="solid"/>
            <a:round/>
            <a:headEnd len="med" w="med" type="none"/>
            <a:tailEnd len="med" w="med" type="none"/>
          </a:ln>
        </p:spPr>
      </p:cxnSp>
      <p:cxnSp>
        <p:nvCxnSpPr>
          <p:cNvPr id="408" name="Google Shape;408;p25"/>
          <p:cNvCxnSpPr>
            <a:endCxn id="403" idx="1"/>
          </p:cNvCxnSpPr>
          <p:nvPr/>
        </p:nvCxnSpPr>
        <p:spPr>
          <a:xfrm>
            <a:off x="2739428" y="2194040"/>
            <a:ext cx="814200" cy="74100"/>
          </a:xfrm>
          <a:prstGeom prst="straightConnector1">
            <a:avLst/>
          </a:prstGeom>
          <a:noFill/>
          <a:ln cap="flat" cmpd="sng" w="9525">
            <a:solidFill>
              <a:schemeClr val="dk2"/>
            </a:solidFill>
            <a:prstDash val="solid"/>
            <a:round/>
            <a:headEnd len="med" w="med" type="none"/>
            <a:tailEnd len="med" w="med" type="none"/>
          </a:ln>
        </p:spPr>
      </p:cxnSp>
      <p:pic>
        <p:nvPicPr>
          <p:cNvPr id="409" name="Google Shape;409;p25"/>
          <p:cNvPicPr preferRelativeResize="0"/>
          <p:nvPr/>
        </p:nvPicPr>
        <p:blipFill rotWithShape="1">
          <a:blip r:embed="rId10">
            <a:alphaModFix/>
          </a:blip>
          <a:srcRect b="0" l="0" r="0" t="0"/>
          <a:stretch/>
        </p:blipFill>
        <p:spPr>
          <a:xfrm>
            <a:off x="5175300" y="2574457"/>
            <a:ext cx="437838" cy="339743"/>
          </a:xfrm>
          <a:prstGeom prst="rect">
            <a:avLst/>
          </a:prstGeom>
          <a:noFill/>
          <a:ln>
            <a:noFill/>
          </a:ln>
        </p:spPr>
      </p:pic>
      <p:pic>
        <p:nvPicPr>
          <p:cNvPr id="410" name="Google Shape;410;p25"/>
          <p:cNvPicPr preferRelativeResize="0"/>
          <p:nvPr/>
        </p:nvPicPr>
        <p:blipFill rotWithShape="1">
          <a:blip r:embed="rId11">
            <a:alphaModFix/>
          </a:blip>
          <a:srcRect b="416" l="0" r="0" t="426"/>
          <a:stretch/>
        </p:blipFill>
        <p:spPr>
          <a:xfrm>
            <a:off x="5072489" y="1700455"/>
            <a:ext cx="379273" cy="278874"/>
          </a:xfrm>
          <a:prstGeom prst="rect">
            <a:avLst/>
          </a:prstGeom>
          <a:noFill/>
          <a:ln>
            <a:noFill/>
          </a:ln>
        </p:spPr>
      </p:pic>
      <p:pic>
        <p:nvPicPr>
          <p:cNvPr id="411" name="Google Shape;411;p25"/>
          <p:cNvPicPr preferRelativeResize="0"/>
          <p:nvPr/>
        </p:nvPicPr>
        <p:blipFill rotWithShape="1">
          <a:blip r:embed="rId12">
            <a:alphaModFix/>
          </a:blip>
          <a:srcRect b="0" l="0" r="0" t="0"/>
          <a:stretch/>
        </p:blipFill>
        <p:spPr>
          <a:xfrm>
            <a:off x="4420475" y="1908337"/>
            <a:ext cx="338387" cy="278874"/>
          </a:xfrm>
          <a:prstGeom prst="rect">
            <a:avLst/>
          </a:prstGeom>
          <a:noFill/>
          <a:ln>
            <a:noFill/>
          </a:ln>
        </p:spPr>
      </p:pic>
      <p:pic>
        <p:nvPicPr>
          <p:cNvPr id="412" name="Google Shape;412;p25"/>
          <p:cNvPicPr preferRelativeResize="0"/>
          <p:nvPr/>
        </p:nvPicPr>
        <p:blipFill rotWithShape="1">
          <a:blip r:embed="rId13">
            <a:alphaModFix/>
          </a:blip>
          <a:srcRect b="0" l="0" r="0" t="0"/>
          <a:stretch/>
        </p:blipFill>
        <p:spPr>
          <a:xfrm>
            <a:off x="4366175" y="2623850"/>
            <a:ext cx="610500" cy="290358"/>
          </a:xfrm>
          <a:prstGeom prst="rect">
            <a:avLst/>
          </a:prstGeom>
          <a:noFill/>
          <a:ln>
            <a:noFill/>
          </a:ln>
        </p:spPr>
      </p:pic>
      <p:pic>
        <p:nvPicPr>
          <p:cNvPr id="413" name="Google Shape;413;p25"/>
          <p:cNvPicPr preferRelativeResize="0"/>
          <p:nvPr/>
        </p:nvPicPr>
        <p:blipFill rotWithShape="1">
          <a:blip r:embed="rId7">
            <a:alphaModFix/>
          </a:blip>
          <a:srcRect b="0" l="0" r="0" t="0"/>
          <a:stretch/>
        </p:blipFill>
        <p:spPr>
          <a:xfrm>
            <a:off x="4901565" y="2235924"/>
            <a:ext cx="241700" cy="241681"/>
          </a:xfrm>
          <a:prstGeom prst="rect">
            <a:avLst/>
          </a:prstGeom>
          <a:noFill/>
          <a:ln>
            <a:noFill/>
          </a:ln>
        </p:spPr>
      </p:pic>
      <p:cxnSp>
        <p:nvCxnSpPr>
          <p:cNvPr id="414" name="Google Shape;414;p25"/>
          <p:cNvCxnSpPr>
            <a:endCxn id="413" idx="1"/>
          </p:cNvCxnSpPr>
          <p:nvPr/>
        </p:nvCxnSpPr>
        <p:spPr>
          <a:xfrm>
            <a:off x="4708665" y="2125465"/>
            <a:ext cx="192900" cy="231300"/>
          </a:xfrm>
          <a:prstGeom prst="straightConnector1">
            <a:avLst/>
          </a:prstGeom>
          <a:noFill/>
          <a:ln cap="flat" cmpd="sng" w="9525">
            <a:solidFill>
              <a:schemeClr val="dk2"/>
            </a:solidFill>
            <a:prstDash val="solid"/>
            <a:round/>
            <a:headEnd len="med" w="med" type="none"/>
            <a:tailEnd len="med" w="med" type="none"/>
          </a:ln>
        </p:spPr>
      </p:cxnSp>
      <p:cxnSp>
        <p:nvCxnSpPr>
          <p:cNvPr id="415" name="Google Shape;415;p25"/>
          <p:cNvCxnSpPr>
            <a:endCxn id="413" idx="0"/>
          </p:cNvCxnSpPr>
          <p:nvPr/>
        </p:nvCxnSpPr>
        <p:spPr>
          <a:xfrm flipH="1">
            <a:off x="5022416" y="1976124"/>
            <a:ext cx="252600" cy="259800"/>
          </a:xfrm>
          <a:prstGeom prst="straightConnector1">
            <a:avLst/>
          </a:prstGeom>
          <a:noFill/>
          <a:ln cap="flat" cmpd="sng" w="9525">
            <a:solidFill>
              <a:schemeClr val="dk2"/>
            </a:solidFill>
            <a:prstDash val="solid"/>
            <a:round/>
            <a:headEnd len="med" w="med" type="none"/>
            <a:tailEnd len="med" w="med" type="none"/>
          </a:ln>
        </p:spPr>
      </p:cxnSp>
      <p:cxnSp>
        <p:nvCxnSpPr>
          <p:cNvPr id="416" name="Google Shape;416;p25"/>
          <p:cNvCxnSpPr>
            <a:endCxn id="409" idx="0"/>
          </p:cNvCxnSpPr>
          <p:nvPr/>
        </p:nvCxnSpPr>
        <p:spPr>
          <a:xfrm>
            <a:off x="5133519" y="2361457"/>
            <a:ext cx="260700" cy="213000"/>
          </a:xfrm>
          <a:prstGeom prst="straightConnector1">
            <a:avLst/>
          </a:prstGeom>
          <a:noFill/>
          <a:ln cap="flat" cmpd="sng" w="9525">
            <a:solidFill>
              <a:schemeClr val="dk2"/>
            </a:solidFill>
            <a:prstDash val="solid"/>
            <a:round/>
            <a:headEnd len="med" w="med" type="none"/>
            <a:tailEnd len="med" w="med" type="none"/>
          </a:ln>
        </p:spPr>
      </p:cxnSp>
      <p:cxnSp>
        <p:nvCxnSpPr>
          <p:cNvPr id="417" name="Google Shape;417;p25"/>
          <p:cNvCxnSpPr>
            <a:endCxn id="412" idx="0"/>
          </p:cNvCxnSpPr>
          <p:nvPr/>
        </p:nvCxnSpPr>
        <p:spPr>
          <a:xfrm flipH="1">
            <a:off x="4671425" y="2495150"/>
            <a:ext cx="367500" cy="128700"/>
          </a:xfrm>
          <a:prstGeom prst="straightConnector1">
            <a:avLst/>
          </a:prstGeom>
          <a:noFill/>
          <a:ln cap="flat" cmpd="sng" w="9525">
            <a:solidFill>
              <a:schemeClr val="dk2"/>
            </a:solidFill>
            <a:prstDash val="solid"/>
            <a:round/>
            <a:headEnd len="med" w="med" type="none"/>
            <a:tailEnd len="med" w="med" type="none"/>
          </a:ln>
        </p:spPr>
      </p:cxnSp>
      <p:cxnSp>
        <p:nvCxnSpPr>
          <p:cNvPr id="418" name="Google Shape;418;p25"/>
          <p:cNvCxnSpPr>
            <a:endCxn id="379" idx="1"/>
          </p:cNvCxnSpPr>
          <p:nvPr/>
        </p:nvCxnSpPr>
        <p:spPr>
          <a:xfrm flipH="1" rot="10800000">
            <a:off x="5143150" y="2128467"/>
            <a:ext cx="915300" cy="239700"/>
          </a:xfrm>
          <a:prstGeom prst="straightConnector1">
            <a:avLst/>
          </a:prstGeom>
          <a:noFill/>
          <a:ln cap="flat" cmpd="sng" w="9525">
            <a:solidFill>
              <a:schemeClr val="dk2"/>
            </a:solidFill>
            <a:prstDash val="solid"/>
            <a:round/>
            <a:headEnd len="med" w="med" type="none"/>
            <a:tailEnd len="med" w="med" type="none"/>
          </a:ln>
        </p:spPr>
      </p:cxnSp>
      <p:pic>
        <p:nvPicPr>
          <p:cNvPr id="419" name="Google Shape;419;p25"/>
          <p:cNvPicPr preferRelativeResize="0"/>
          <p:nvPr/>
        </p:nvPicPr>
        <p:blipFill rotWithShape="1">
          <a:blip r:embed="rId10">
            <a:alphaModFix/>
          </a:blip>
          <a:srcRect b="0" l="0" r="0" t="0"/>
          <a:stretch/>
        </p:blipFill>
        <p:spPr>
          <a:xfrm>
            <a:off x="7368800" y="2665857"/>
            <a:ext cx="437838" cy="339743"/>
          </a:xfrm>
          <a:prstGeom prst="rect">
            <a:avLst/>
          </a:prstGeom>
          <a:noFill/>
          <a:ln>
            <a:noFill/>
          </a:ln>
        </p:spPr>
      </p:pic>
      <p:pic>
        <p:nvPicPr>
          <p:cNvPr id="420" name="Google Shape;420;p25"/>
          <p:cNvPicPr preferRelativeResize="0"/>
          <p:nvPr/>
        </p:nvPicPr>
        <p:blipFill rotWithShape="1">
          <a:blip r:embed="rId11">
            <a:alphaModFix/>
          </a:blip>
          <a:srcRect b="416" l="0" r="0" t="426"/>
          <a:stretch/>
        </p:blipFill>
        <p:spPr>
          <a:xfrm>
            <a:off x="7303489" y="1885380"/>
            <a:ext cx="379273" cy="278874"/>
          </a:xfrm>
          <a:prstGeom prst="rect">
            <a:avLst/>
          </a:prstGeom>
          <a:noFill/>
          <a:ln>
            <a:noFill/>
          </a:ln>
        </p:spPr>
      </p:pic>
      <p:pic>
        <p:nvPicPr>
          <p:cNvPr id="421" name="Google Shape;421;p25"/>
          <p:cNvPicPr preferRelativeResize="0"/>
          <p:nvPr/>
        </p:nvPicPr>
        <p:blipFill rotWithShape="1">
          <a:blip r:embed="rId12">
            <a:alphaModFix/>
          </a:blip>
          <a:srcRect b="0" l="0" r="0" t="0"/>
          <a:stretch/>
        </p:blipFill>
        <p:spPr>
          <a:xfrm>
            <a:off x="6651475" y="2093262"/>
            <a:ext cx="338387" cy="278874"/>
          </a:xfrm>
          <a:prstGeom prst="rect">
            <a:avLst/>
          </a:prstGeom>
          <a:noFill/>
          <a:ln>
            <a:noFill/>
          </a:ln>
        </p:spPr>
      </p:pic>
      <p:pic>
        <p:nvPicPr>
          <p:cNvPr id="422" name="Google Shape;422;p25"/>
          <p:cNvPicPr preferRelativeResize="0"/>
          <p:nvPr/>
        </p:nvPicPr>
        <p:blipFill rotWithShape="1">
          <a:blip r:embed="rId13">
            <a:alphaModFix/>
          </a:blip>
          <a:srcRect b="0" l="0" r="0" t="0"/>
          <a:stretch/>
        </p:blipFill>
        <p:spPr>
          <a:xfrm>
            <a:off x="6597175" y="2808775"/>
            <a:ext cx="610500" cy="290358"/>
          </a:xfrm>
          <a:prstGeom prst="rect">
            <a:avLst/>
          </a:prstGeom>
          <a:noFill/>
          <a:ln>
            <a:noFill/>
          </a:ln>
        </p:spPr>
      </p:pic>
      <p:pic>
        <p:nvPicPr>
          <p:cNvPr id="423" name="Google Shape;423;p25"/>
          <p:cNvPicPr preferRelativeResize="0"/>
          <p:nvPr/>
        </p:nvPicPr>
        <p:blipFill rotWithShape="1">
          <a:blip r:embed="rId7">
            <a:alphaModFix/>
          </a:blip>
          <a:srcRect b="0" l="0" r="0" t="0"/>
          <a:stretch/>
        </p:blipFill>
        <p:spPr>
          <a:xfrm>
            <a:off x="7159715" y="2438662"/>
            <a:ext cx="241700" cy="241681"/>
          </a:xfrm>
          <a:prstGeom prst="rect">
            <a:avLst/>
          </a:prstGeom>
          <a:noFill/>
          <a:ln>
            <a:noFill/>
          </a:ln>
        </p:spPr>
      </p:pic>
      <p:cxnSp>
        <p:nvCxnSpPr>
          <p:cNvPr id="424" name="Google Shape;424;p25"/>
          <p:cNvCxnSpPr>
            <a:endCxn id="423" idx="1"/>
          </p:cNvCxnSpPr>
          <p:nvPr/>
        </p:nvCxnSpPr>
        <p:spPr>
          <a:xfrm>
            <a:off x="6966815" y="2328202"/>
            <a:ext cx="192900" cy="231300"/>
          </a:xfrm>
          <a:prstGeom prst="straightConnector1">
            <a:avLst/>
          </a:prstGeom>
          <a:noFill/>
          <a:ln cap="flat" cmpd="sng" w="9525">
            <a:solidFill>
              <a:schemeClr val="dk2"/>
            </a:solidFill>
            <a:prstDash val="solid"/>
            <a:round/>
            <a:headEnd len="med" w="med" type="none"/>
            <a:tailEnd len="med" w="med" type="none"/>
          </a:ln>
        </p:spPr>
      </p:cxnSp>
      <p:cxnSp>
        <p:nvCxnSpPr>
          <p:cNvPr id="425" name="Google Shape;425;p25"/>
          <p:cNvCxnSpPr>
            <a:endCxn id="423" idx="0"/>
          </p:cNvCxnSpPr>
          <p:nvPr/>
        </p:nvCxnSpPr>
        <p:spPr>
          <a:xfrm flipH="1">
            <a:off x="7280566" y="2178862"/>
            <a:ext cx="252600" cy="259800"/>
          </a:xfrm>
          <a:prstGeom prst="straightConnector1">
            <a:avLst/>
          </a:prstGeom>
          <a:noFill/>
          <a:ln cap="flat" cmpd="sng" w="9525">
            <a:solidFill>
              <a:schemeClr val="dk2"/>
            </a:solidFill>
            <a:prstDash val="solid"/>
            <a:round/>
            <a:headEnd len="med" w="med" type="none"/>
            <a:tailEnd len="med" w="med" type="none"/>
          </a:ln>
        </p:spPr>
      </p:cxnSp>
      <p:cxnSp>
        <p:nvCxnSpPr>
          <p:cNvPr id="426" name="Google Shape;426;p25"/>
          <p:cNvCxnSpPr>
            <a:endCxn id="419" idx="0"/>
          </p:cNvCxnSpPr>
          <p:nvPr/>
        </p:nvCxnSpPr>
        <p:spPr>
          <a:xfrm>
            <a:off x="7327019" y="2452857"/>
            <a:ext cx="260700" cy="213000"/>
          </a:xfrm>
          <a:prstGeom prst="straightConnector1">
            <a:avLst/>
          </a:prstGeom>
          <a:noFill/>
          <a:ln cap="flat" cmpd="sng" w="9525">
            <a:solidFill>
              <a:schemeClr val="dk2"/>
            </a:solidFill>
            <a:prstDash val="solid"/>
            <a:round/>
            <a:headEnd len="med" w="med" type="none"/>
            <a:tailEnd len="med" w="med" type="none"/>
          </a:ln>
        </p:spPr>
      </p:cxnSp>
      <p:cxnSp>
        <p:nvCxnSpPr>
          <p:cNvPr id="427" name="Google Shape;427;p25"/>
          <p:cNvCxnSpPr>
            <a:endCxn id="422" idx="0"/>
          </p:cNvCxnSpPr>
          <p:nvPr/>
        </p:nvCxnSpPr>
        <p:spPr>
          <a:xfrm flipH="1">
            <a:off x="6902425" y="2680075"/>
            <a:ext cx="367500" cy="128700"/>
          </a:xfrm>
          <a:prstGeom prst="straightConnector1">
            <a:avLst/>
          </a:prstGeom>
          <a:noFill/>
          <a:ln cap="flat" cmpd="sng" w="9525">
            <a:solidFill>
              <a:schemeClr val="dk2"/>
            </a:solidFill>
            <a:prstDash val="solid"/>
            <a:round/>
            <a:headEnd len="med" w="med" type="none"/>
            <a:tailEnd len="med" w="med" type="none"/>
          </a:ln>
        </p:spPr>
      </p:cxnSp>
      <p:cxnSp>
        <p:nvCxnSpPr>
          <p:cNvPr id="428" name="Google Shape;428;p25"/>
          <p:cNvCxnSpPr>
            <a:stCxn id="423" idx="3"/>
            <a:endCxn id="380" idx="1"/>
          </p:cNvCxnSpPr>
          <p:nvPr/>
        </p:nvCxnSpPr>
        <p:spPr>
          <a:xfrm flipH="1" rot="10800000">
            <a:off x="7401416" y="2128402"/>
            <a:ext cx="1025100" cy="431100"/>
          </a:xfrm>
          <a:prstGeom prst="straightConnector1">
            <a:avLst/>
          </a:prstGeom>
          <a:noFill/>
          <a:ln cap="flat" cmpd="sng" w="9525">
            <a:solidFill>
              <a:schemeClr val="dk2"/>
            </a:solidFill>
            <a:prstDash val="solid"/>
            <a:round/>
            <a:headEnd len="med" w="med" type="none"/>
            <a:tailEnd len="med" w="med" type="none"/>
          </a:ln>
        </p:spPr>
      </p:cxnSp>
      <p:pic>
        <p:nvPicPr>
          <p:cNvPr id="429" name="Google Shape;429;p25"/>
          <p:cNvPicPr preferRelativeResize="0"/>
          <p:nvPr/>
        </p:nvPicPr>
        <p:blipFill rotWithShape="1">
          <a:blip r:embed="rId9">
            <a:alphaModFix/>
          </a:blip>
          <a:srcRect b="0" l="219" r="209" t="0"/>
          <a:stretch/>
        </p:blipFill>
        <p:spPr>
          <a:xfrm>
            <a:off x="544325" y="2085837"/>
            <a:ext cx="311575" cy="302123"/>
          </a:xfrm>
          <a:prstGeom prst="rect">
            <a:avLst/>
          </a:prstGeom>
          <a:noFill/>
          <a:ln>
            <a:noFill/>
          </a:ln>
        </p:spPr>
      </p:pic>
      <p:pic>
        <p:nvPicPr>
          <p:cNvPr id="430" name="Google Shape;430;p25"/>
          <p:cNvPicPr preferRelativeResize="0"/>
          <p:nvPr/>
        </p:nvPicPr>
        <p:blipFill rotWithShape="1">
          <a:blip r:embed="rId9">
            <a:alphaModFix/>
          </a:blip>
          <a:srcRect b="0" l="219" r="209" t="0"/>
          <a:stretch/>
        </p:blipFill>
        <p:spPr>
          <a:xfrm>
            <a:off x="2920813" y="2084950"/>
            <a:ext cx="311575" cy="302123"/>
          </a:xfrm>
          <a:prstGeom prst="rect">
            <a:avLst/>
          </a:prstGeom>
          <a:noFill/>
          <a:ln>
            <a:noFill/>
          </a:ln>
        </p:spPr>
      </p:pic>
      <p:pic>
        <p:nvPicPr>
          <p:cNvPr id="431" name="Google Shape;431;p25"/>
          <p:cNvPicPr preferRelativeResize="0"/>
          <p:nvPr/>
        </p:nvPicPr>
        <p:blipFill rotWithShape="1">
          <a:blip r:embed="rId9">
            <a:alphaModFix/>
          </a:blip>
          <a:srcRect b="0" l="219" r="209" t="0"/>
          <a:stretch/>
        </p:blipFill>
        <p:spPr>
          <a:xfrm>
            <a:off x="5510950" y="2072337"/>
            <a:ext cx="311575" cy="302123"/>
          </a:xfrm>
          <a:prstGeom prst="rect">
            <a:avLst/>
          </a:prstGeom>
          <a:noFill/>
          <a:ln>
            <a:noFill/>
          </a:ln>
        </p:spPr>
      </p:pic>
      <p:pic>
        <p:nvPicPr>
          <p:cNvPr id="432" name="Google Shape;432;p25"/>
          <p:cNvPicPr preferRelativeResize="0"/>
          <p:nvPr/>
        </p:nvPicPr>
        <p:blipFill rotWithShape="1">
          <a:blip r:embed="rId9">
            <a:alphaModFix/>
          </a:blip>
          <a:srcRect b="0" l="219" r="209" t="0"/>
          <a:stretch/>
        </p:blipFill>
        <p:spPr>
          <a:xfrm>
            <a:off x="7898850" y="2093300"/>
            <a:ext cx="311575" cy="302123"/>
          </a:xfrm>
          <a:prstGeom prst="rect">
            <a:avLst/>
          </a:prstGeom>
          <a:noFill/>
          <a:ln>
            <a:noFill/>
          </a:ln>
        </p:spPr>
      </p:pic>
      <p:pic>
        <p:nvPicPr>
          <p:cNvPr id="433" name="Google Shape;433;p25"/>
          <p:cNvPicPr preferRelativeResize="0"/>
          <p:nvPr/>
        </p:nvPicPr>
        <p:blipFill>
          <a:blip r:embed="rId14">
            <a:alphaModFix/>
          </a:blip>
          <a:stretch>
            <a:fillRect/>
          </a:stretch>
        </p:blipFill>
        <p:spPr>
          <a:xfrm>
            <a:off x="5406125" y="3172138"/>
            <a:ext cx="338375" cy="338375"/>
          </a:xfrm>
          <a:prstGeom prst="rect">
            <a:avLst/>
          </a:prstGeom>
          <a:noFill/>
          <a:ln>
            <a:noFill/>
          </a:ln>
        </p:spPr>
      </p:pic>
      <p:pic>
        <p:nvPicPr>
          <p:cNvPr id="434" name="Google Shape;434;p25"/>
          <p:cNvPicPr preferRelativeResize="0"/>
          <p:nvPr/>
        </p:nvPicPr>
        <p:blipFill rotWithShape="1">
          <a:blip r:embed="rId15">
            <a:alphaModFix/>
          </a:blip>
          <a:srcRect b="-2934" l="-2005" r="-4073" t="0"/>
          <a:stretch/>
        </p:blipFill>
        <p:spPr>
          <a:xfrm>
            <a:off x="5965113" y="3378426"/>
            <a:ext cx="379275" cy="353181"/>
          </a:xfrm>
          <a:prstGeom prst="rect">
            <a:avLst/>
          </a:prstGeom>
          <a:noFill/>
          <a:ln>
            <a:noFill/>
          </a:ln>
        </p:spPr>
      </p:pic>
      <p:cxnSp>
        <p:nvCxnSpPr>
          <p:cNvPr id="435" name="Google Shape;435;p25"/>
          <p:cNvCxnSpPr>
            <a:stCxn id="436" idx="3"/>
            <a:endCxn id="433" idx="1"/>
          </p:cNvCxnSpPr>
          <p:nvPr/>
        </p:nvCxnSpPr>
        <p:spPr>
          <a:xfrm>
            <a:off x="4945312" y="3105379"/>
            <a:ext cx="460800" cy="235800"/>
          </a:xfrm>
          <a:prstGeom prst="straightConnector1">
            <a:avLst/>
          </a:prstGeom>
          <a:noFill/>
          <a:ln cap="flat" cmpd="sng" w="9525">
            <a:solidFill>
              <a:schemeClr val="dk2"/>
            </a:solidFill>
            <a:prstDash val="solid"/>
            <a:round/>
            <a:headEnd len="med" w="med" type="none"/>
            <a:tailEnd len="med" w="med" type="none"/>
          </a:ln>
        </p:spPr>
      </p:cxnSp>
      <p:pic>
        <p:nvPicPr>
          <p:cNvPr id="437" name="Google Shape;437;p25"/>
          <p:cNvPicPr preferRelativeResize="0"/>
          <p:nvPr/>
        </p:nvPicPr>
        <p:blipFill rotWithShape="1">
          <a:blip r:embed="rId9">
            <a:alphaModFix/>
          </a:blip>
          <a:srcRect b="0" l="219" r="209" t="0"/>
          <a:stretch/>
        </p:blipFill>
        <p:spPr>
          <a:xfrm>
            <a:off x="4979338" y="3059125"/>
            <a:ext cx="311575" cy="302123"/>
          </a:xfrm>
          <a:prstGeom prst="rect">
            <a:avLst/>
          </a:prstGeom>
          <a:noFill/>
          <a:ln>
            <a:noFill/>
          </a:ln>
        </p:spPr>
      </p:pic>
      <p:pic>
        <p:nvPicPr>
          <p:cNvPr id="438" name="Google Shape;438;p25"/>
          <p:cNvPicPr preferRelativeResize="0"/>
          <p:nvPr/>
        </p:nvPicPr>
        <p:blipFill rotWithShape="1">
          <a:blip r:embed="rId16">
            <a:alphaModFix/>
          </a:blip>
          <a:srcRect b="-3416" l="0" r="0" t="-3330"/>
          <a:stretch/>
        </p:blipFill>
        <p:spPr>
          <a:xfrm>
            <a:off x="3724550" y="3516599"/>
            <a:ext cx="700800" cy="813982"/>
          </a:xfrm>
          <a:prstGeom prst="rect">
            <a:avLst/>
          </a:prstGeom>
          <a:noFill/>
          <a:ln>
            <a:noFill/>
          </a:ln>
        </p:spPr>
      </p:pic>
      <p:cxnSp>
        <p:nvCxnSpPr>
          <p:cNvPr id="439" name="Google Shape;439;p25"/>
          <p:cNvCxnSpPr/>
          <p:nvPr/>
        </p:nvCxnSpPr>
        <p:spPr>
          <a:xfrm>
            <a:off x="314575" y="2335800"/>
            <a:ext cx="1006800" cy="1250400"/>
          </a:xfrm>
          <a:prstGeom prst="straightConnector1">
            <a:avLst/>
          </a:prstGeom>
          <a:noFill/>
          <a:ln cap="flat" cmpd="sng" w="9525">
            <a:solidFill>
              <a:schemeClr val="dk2"/>
            </a:solidFill>
            <a:prstDash val="solid"/>
            <a:round/>
            <a:headEnd len="med" w="med" type="none"/>
            <a:tailEnd len="med" w="med" type="none"/>
          </a:ln>
        </p:spPr>
      </p:cxnSp>
      <p:pic>
        <p:nvPicPr>
          <p:cNvPr id="440" name="Google Shape;440;p25"/>
          <p:cNvPicPr preferRelativeResize="0"/>
          <p:nvPr/>
        </p:nvPicPr>
        <p:blipFill rotWithShape="1">
          <a:blip r:embed="rId8">
            <a:alphaModFix/>
          </a:blip>
          <a:srcRect b="13851" l="13649" r="12811" t="13098"/>
          <a:stretch/>
        </p:blipFill>
        <p:spPr>
          <a:xfrm>
            <a:off x="1298325" y="3413000"/>
            <a:ext cx="285950" cy="284033"/>
          </a:xfrm>
          <a:prstGeom prst="rect">
            <a:avLst/>
          </a:prstGeom>
          <a:noFill/>
          <a:ln>
            <a:noFill/>
          </a:ln>
        </p:spPr>
      </p:pic>
      <p:pic>
        <p:nvPicPr>
          <p:cNvPr id="441" name="Google Shape;441;p25"/>
          <p:cNvPicPr preferRelativeResize="0"/>
          <p:nvPr/>
        </p:nvPicPr>
        <p:blipFill rotWithShape="1">
          <a:blip r:embed="rId8">
            <a:alphaModFix/>
          </a:blip>
          <a:srcRect b="13851" l="13649" r="12811" t="13098"/>
          <a:stretch/>
        </p:blipFill>
        <p:spPr>
          <a:xfrm>
            <a:off x="6708725" y="3697025"/>
            <a:ext cx="285950" cy="284033"/>
          </a:xfrm>
          <a:prstGeom prst="rect">
            <a:avLst/>
          </a:prstGeom>
          <a:noFill/>
          <a:ln>
            <a:noFill/>
          </a:ln>
        </p:spPr>
      </p:pic>
      <p:cxnSp>
        <p:nvCxnSpPr>
          <p:cNvPr id="442" name="Google Shape;442;p25"/>
          <p:cNvCxnSpPr>
            <a:endCxn id="440" idx="3"/>
          </p:cNvCxnSpPr>
          <p:nvPr/>
        </p:nvCxnSpPr>
        <p:spPr>
          <a:xfrm flipH="1">
            <a:off x="1584275" y="2202017"/>
            <a:ext cx="932400" cy="1353000"/>
          </a:xfrm>
          <a:prstGeom prst="straightConnector1">
            <a:avLst/>
          </a:prstGeom>
          <a:noFill/>
          <a:ln cap="flat" cmpd="sng" w="9525">
            <a:solidFill>
              <a:schemeClr val="dk2"/>
            </a:solidFill>
            <a:prstDash val="solid"/>
            <a:round/>
            <a:headEnd len="med" w="med" type="none"/>
            <a:tailEnd len="med" w="med" type="none"/>
          </a:ln>
        </p:spPr>
      </p:cxnSp>
      <p:cxnSp>
        <p:nvCxnSpPr>
          <p:cNvPr id="443" name="Google Shape;443;p25"/>
          <p:cNvCxnSpPr>
            <a:endCxn id="441" idx="1"/>
          </p:cNvCxnSpPr>
          <p:nvPr/>
        </p:nvCxnSpPr>
        <p:spPr>
          <a:xfrm>
            <a:off x="6205325" y="2273042"/>
            <a:ext cx="503400" cy="1566000"/>
          </a:xfrm>
          <a:prstGeom prst="straightConnector1">
            <a:avLst/>
          </a:prstGeom>
          <a:noFill/>
          <a:ln cap="flat" cmpd="sng" w="9525">
            <a:solidFill>
              <a:schemeClr val="dk2"/>
            </a:solidFill>
            <a:prstDash val="solid"/>
            <a:round/>
            <a:headEnd len="med" w="med" type="none"/>
            <a:tailEnd len="med" w="med" type="none"/>
          </a:ln>
        </p:spPr>
      </p:cxnSp>
      <p:cxnSp>
        <p:nvCxnSpPr>
          <p:cNvPr id="444" name="Google Shape;444;p25"/>
          <p:cNvCxnSpPr>
            <a:endCxn id="441" idx="3"/>
          </p:cNvCxnSpPr>
          <p:nvPr/>
        </p:nvCxnSpPr>
        <p:spPr>
          <a:xfrm flipH="1">
            <a:off x="6994675" y="2264942"/>
            <a:ext cx="1569900" cy="1574100"/>
          </a:xfrm>
          <a:prstGeom prst="straightConnector1">
            <a:avLst/>
          </a:prstGeom>
          <a:noFill/>
          <a:ln cap="flat" cmpd="sng" w="9525">
            <a:solidFill>
              <a:schemeClr val="dk2"/>
            </a:solidFill>
            <a:prstDash val="solid"/>
            <a:round/>
            <a:headEnd len="med" w="med" type="none"/>
            <a:tailEnd len="med" w="med" type="none"/>
          </a:ln>
        </p:spPr>
      </p:cxnSp>
      <p:pic>
        <p:nvPicPr>
          <p:cNvPr id="445" name="Google Shape;445;p25"/>
          <p:cNvPicPr preferRelativeResize="0"/>
          <p:nvPr/>
        </p:nvPicPr>
        <p:blipFill rotWithShape="1">
          <a:blip r:embed="rId9">
            <a:alphaModFix/>
          </a:blip>
          <a:srcRect b="0" l="219" r="209" t="0"/>
          <a:stretch/>
        </p:blipFill>
        <p:spPr>
          <a:xfrm>
            <a:off x="727100" y="2905000"/>
            <a:ext cx="311575" cy="302123"/>
          </a:xfrm>
          <a:prstGeom prst="rect">
            <a:avLst/>
          </a:prstGeom>
          <a:noFill/>
          <a:ln>
            <a:noFill/>
          </a:ln>
        </p:spPr>
      </p:pic>
      <p:pic>
        <p:nvPicPr>
          <p:cNvPr id="446" name="Google Shape;446;p25"/>
          <p:cNvPicPr preferRelativeResize="0"/>
          <p:nvPr/>
        </p:nvPicPr>
        <p:blipFill rotWithShape="1">
          <a:blip r:embed="rId9">
            <a:alphaModFix/>
          </a:blip>
          <a:srcRect b="0" l="219" r="209" t="0"/>
          <a:stretch/>
        </p:blipFill>
        <p:spPr>
          <a:xfrm>
            <a:off x="1755125" y="2900950"/>
            <a:ext cx="311575" cy="302123"/>
          </a:xfrm>
          <a:prstGeom prst="rect">
            <a:avLst/>
          </a:prstGeom>
          <a:noFill/>
          <a:ln>
            <a:noFill/>
          </a:ln>
        </p:spPr>
      </p:pic>
      <p:pic>
        <p:nvPicPr>
          <p:cNvPr id="447" name="Google Shape;447;p25"/>
          <p:cNvPicPr preferRelativeResize="0"/>
          <p:nvPr/>
        </p:nvPicPr>
        <p:blipFill rotWithShape="1">
          <a:blip r:embed="rId9">
            <a:alphaModFix/>
          </a:blip>
          <a:srcRect b="0" l="219" r="209" t="0"/>
          <a:stretch/>
        </p:blipFill>
        <p:spPr>
          <a:xfrm>
            <a:off x="6148125" y="2452862"/>
            <a:ext cx="311575" cy="302123"/>
          </a:xfrm>
          <a:prstGeom prst="rect">
            <a:avLst/>
          </a:prstGeom>
          <a:noFill/>
          <a:ln>
            <a:noFill/>
          </a:ln>
        </p:spPr>
      </p:pic>
      <p:pic>
        <p:nvPicPr>
          <p:cNvPr id="448" name="Google Shape;448;p25"/>
          <p:cNvPicPr preferRelativeResize="0"/>
          <p:nvPr/>
        </p:nvPicPr>
        <p:blipFill rotWithShape="1">
          <a:blip r:embed="rId9">
            <a:alphaModFix/>
          </a:blip>
          <a:srcRect b="0" l="219" r="209" t="0"/>
          <a:stretch/>
        </p:blipFill>
        <p:spPr>
          <a:xfrm>
            <a:off x="7905525" y="2593275"/>
            <a:ext cx="311575" cy="302123"/>
          </a:xfrm>
          <a:prstGeom prst="rect">
            <a:avLst/>
          </a:prstGeom>
          <a:noFill/>
          <a:ln>
            <a:noFill/>
          </a:ln>
        </p:spPr>
      </p:pic>
      <p:pic>
        <p:nvPicPr>
          <p:cNvPr id="449" name="Google Shape;449;p25"/>
          <p:cNvPicPr preferRelativeResize="0"/>
          <p:nvPr/>
        </p:nvPicPr>
        <p:blipFill>
          <a:blip r:embed="rId4">
            <a:alphaModFix/>
          </a:blip>
          <a:stretch>
            <a:fillRect/>
          </a:stretch>
        </p:blipFill>
        <p:spPr>
          <a:xfrm>
            <a:off x="1018925" y="3212128"/>
            <a:ext cx="241700" cy="311550"/>
          </a:xfrm>
          <a:prstGeom prst="rect">
            <a:avLst/>
          </a:prstGeom>
          <a:noFill/>
          <a:ln>
            <a:noFill/>
          </a:ln>
        </p:spPr>
      </p:pic>
      <p:pic>
        <p:nvPicPr>
          <p:cNvPr id="450" name="Google Shape;450;p25"/>
          <p:cNvPicPr preferRelativeResize="0"/>
          <p:nvPr/>
        </p:nvPicPr>
        <p:blipFill>
          <a:blip r:embed="rId4">
            <a:alphaModFix/>
          </a:blip>
          <a:stretch>
            <a:fillRect/>
          </a:stretch>
        </p:blipFill>
        <p:spPr>
          <a:xfrm>
            <a:off x="1584275" y="3156403"/>
            <a:ext cx="241700" cy="311550"/>
          </a:xfrm>
          <a:prstGeom prst="rect">
            <a:avLst/>
          </a:prstGeom>
          <a:noFill/>
          <a:ln>
            <a:noFill/>
          </a:ln>
        </p:spPr>
      </p:pic>
      <p:pic>
        <p:nvPicPr>
          <p:cNvPr id="451" name="Google Shape;451;p25"/>
          <p:cNvPicPr preferRelativeResize="0"/>
          <p:nvPr/>
        </p:nvPicPr>
        <p:blipFill>
          <a:blip r:embed="rId4">
            <a:alphaModFix/>
          </a:blip>
          <a:stretch>
            <a:fillRect/>
          </a:stretch>
        </p:blipFill>
        <p:spPr>
          <a:xfrm>
            <a:off x="6408175" y="3243478"/>
            <a:ext cx="241700" cy="311550"/>
          </a:xfrm>
          <a:prstGeom prst="rect">
            <a:avLst/>
          </a:prstGeom>
          <a:noFill/>
          <a:ln>
            <a:noFill/>
          </a:ln>
        </p:spPr>
      </p:pic>
      <p:pic>
        <p:nvPicPr>
          <p:cNvPr id="452" name="Google Shape;452;p25"/>
          <p:cNvPicPr preferRelativeResize="0"/>
          <p:nvPr/>
        </p:nvPicPr>
        <p:blipFill>
          <a:blip r:embed="rId4">
            <a:alphaModFix/>
          </a:blip>
          <a:stretch>
            <a:fillRect/>
          </a:stretch>
        </p:blipFill>
        <p:spPr>
          <a:xfrm>
            <a:off x="7432125" y="3170103"/>
            <a:ext cx="241700" cy="311550"/>
          </a:xfrm>
          <a:prstGeom prst="rect">
            <a:avLst/>
          </a:prstGeom>
          <a:noFill/>
          <a:ln>
            <a:noFill/>
          </a:ln>
        </p:spPr>
      </p:pic>
      <p:cxnSp>
        <p:nvCxnSpPr>
          <p:cNvPr id="453" name="Google Shape;453;p25"/>
          <p:cNvCxnSpPr>
            <a:endCxn id="438" idx="1"/>
          </p:cNvCxnSpPr>
          <p:nvPr/>
        </p:nvCxnSpPr>
        <p:spPr>
          <a:xfrm>
            <a:off x="1580750" y="3554890"/>
            <a:ext cx="2143800" cy="368700"/>
          </a:xfrm>
          <a:prstGeom prst="straightConnector1">
            <a:avLst/>
          </a:prstGeom>
          <a:noFill/>
          <a:ln cap="flat" cmpd="sng" w="9525">
            <a:solidFill>
              <a:schemeClr val="dk2"/>
            </a:solidFill>
            <a:prstDash val="solid"/>
            <a:round/>
            <a:headEnd len="med" w="med" type="none"/>
            <a:tailEnd len="med" w="med" type="none"/>
          </a:ln>
        </p:spPr>
      </p:cxnSp>
      <p:cxnSp>
        <p:nvCxnSpPr>
          <p:cNvPr id="454" name="Google Shape;454;p25"/>
          <p:cNvCxnSpPr>
            <a:endCxn id="438" idx="3"/>
          </p:cNvCxnSpPr>
          <p:nvPr/>
        </p:nvCxnSpPr>
        <p:spPr>
          <a:xfrm flipH="1">
            <a:off x="4425350" y="3845890"/>
            <a:ext cx="2298900" cy="77700"/>
          </a:xfrm>
          <a:prstGeom prst="straightConnector1">
            <a:avLst/>
          </a:prstGeom>
          <a:noFill/>
          <a:ln cap="flat" cmpd="sng" w="9525">
            <a:solidFill>
              <a:schemeClr val="dk2"/>
            </a:solidFill>
            <a:prstDash val="solid"/>
            <a:round/>
            <a:headEnd len="med" w="med" type="none"/>
            <a:tailEnd len="med" w="med" type="none"/>
          </a:ln>
        </p:spPr>
      </p:cxnSp>
      <p:pic>
        <p:nvPicPr>
          <p:cNvPr id="455" name="Google Shape;455;p25"/>
          <p:cNvPicPr preferRelativeResize="0"/>
          <p:nvPr/>
        </p:nvPicPr>
        <p:blipFill>
          <a:blip r:embed="rId17">
            <a:alphaModFix/>
          </a:blip>
          <a:stretch>
            <a:fillRect/>
          </a:stretch>
        </p:blipFill>
        <p:spPr>
          <a:xfrm>
            <a:off x="3627062" y="2894237"/>
            <a:ext cx="437850" cy="437863"/>
          </a:xfrm>
          <a:prstGeom prst="rect">
            <a:avLst/>
          </a:prstGeom>
          <a:noFill/>
          <a:ln>
            <a:noFill/>
          </a:ln>
        </p:spPr>
      </p:pic>
      <p:pic>
        <p:nvPicPr>
          <p:cNvPr id="436" name="Google Shape;436;p25"/>
          <p:cNvPicPr preferRelativeResize="0"/>
          <p:nvPr/>
        </p:nvPicPr>
        <p:blipFill rotWithShape="1">
          <a:blip r:embed="rId11">
            <a:alphaModFix/>
          </a:blip>
          <a:srcRect b="416" l="0" r="0" t="426"/>
          <a:stretch/>
        </p:blipFill>
        <p:spPr>
          <a:xfrm>
            <a:off x="4566039" y="2965942"/>
            <a:ext cx="379273" cy="278874"/>
          </a:xfrm>
          <a:prstGeom prst="rect">
            <a:avLst/>
          </a:prstGeom>
          <a:noFill/>
          <a:ln>
            <a:noFill/>
          </a:ln>
        </p:spPr>
      </p:pic>
      <p:pic>
        <p:nvPicPr>
          <p:cNvPr id="456" name="Google Shape;456;p25"/>
          <p:cNvPicPr preferRelativeResize="0"/>
          <p:nvPr/>
        </p:nvPicPr>
        <p:blipFill rotWithShape="1">
          <a:blip r:embed="rId9">
            <a:alphaModFix/>
          </a:blip>
          <a:srcRect b="0" l="219" r="209" t="0"/>
          <a:stretch/>
        </p:blipFill>
        <p:spPr>
          <a:xfrm>
            <a:off x="2202725" y="3523675"/>
            <a:ext cx="311575" cy="302123"/>
          </a:xfrm>
          <a:prstGeom prst="rect">
            <a:avLst/>
          </a:prstGeom>
          <a:noFill/>
          <a:ln>
            <a:noFill/>
          </a:ln>
        </p:spPr>
      </p:pic>
      <p:pic>
        <p:nvPicPr>
          <p:cNvPr id="457" name="Google Shape;457;p25"/>
          <p:cNvPicPr preferRelativeResize="0"/>
          <p:nvPr/>
        </p:nvPicPr>
        <p:blipFill rotWithShape="1">
          <a:blip r:embed="rId9">
            <a:alphaModFix/>
          </a:blip>
          <a:srcRect b="0" l="219" r="209" t="0"/>
          <a:stretch/>
        </p:blipFill>
        <p:spPr>
          <a:xfrm>
            <a:off x="5554225" y="3768450"/>
            <a:ext cx="311575" cy="302123"/>
          </a:xfrm>
          <a:prstGeom prst="rect">
            <a:avLst/>
          </a:prstGeom>
          <a:noFill/>
          <a:ln>
            <a:noFill/>
          </a:ln>
        </p:spPr>
      </p:pic>
      <p:pic>
        <p:nvPicPr>
          <p:cNvPr id="458" name="Google Shape;458;p25"/>
          <p:cNvPicPr preferRelativeResize="0"/>
          <p:nvPr/>
        </p:nvPicPr>
        <p:blipFill rotWithShape="1">
          <a:blip r:embed="rId8">
            <a:alphaModFix/>
          </a:blip>
          <a:srcRect b="13851" l="13649" r="12811" t="13098"/>
          <a:stretch/>
        </p:blipFill>
        <p:spPr>
          <a:xfrm>
            <a:off x="3853400" y="4758050"/>
            <a:ext cx="379250" cy="376724"/>
          </a:xfrm>
          <a:prstGeom prst="rect">
            <a:avLst/>
          </a:prstGeom>
          <a:noFill/>
          <a:ln>
            <a:noFill/>
          </a:ln>
        </p:spPr>
      </p:pic>
      <p:cxnSp>
        <p:nvCxnSpPr>
          <p:cNvPr id="459" name="Google Shape;459;p25"/>
          <p:cNvCxnSpPr>
            <a:stCxn id="458" idx="1"/>
            <a:endCxn id="440" idx="2"/>
          </p:cNvCxnSpPr>
          <p:nvPr/>
        </p:nvCxnSpPr>
        <p:spPr>
          <a:xfrm rot="10800000">
            <a:off x="1441400" y="3696912"/>
            <a:ext cx="2412000" cy="1249500"/>
          </a:xfrm>
          <a:prstGeom prst="straightConnector1">
            <a:avLst/>
          </a:prstGeom>
          <a:noFill/>
          <a:ln cap="flat" cmpd="sng" w="9525">
            <a:solidFill>
              <a:schemeClr val="dk2"/>
            </a:solidFill>
            <a:prstDash val="solid"/>
            <a:round/>
            <a:headEnd len="med" w="med" type="none"/>
            <a:tailEnd len="med" w="med" type="none"/>
          </a:ln>
        </p:spPr>
      </p:cxnSp>
      <p:cxnSp>
        <p:nvCxnSpPr>
          <p:cNvPr id="460" name="Google Shape;460;p25"/>
          <p:cNvCxnSpPr>
            <a:stCxn id="458" idx="3"/>
            <a:endCxn id="441" idx="2"/>
          </p:cNvCxnSpPr>
          <p:nvPr/>
        </p:nvCxnSpPr>
        <p:spPr>
          <a:xfrm flipH="1" rot="10800000">
            <a:off x="4232650" y="3981012"/>
            <a:ext cx="2619000" cy="965400"/>
          </a:xfrm>
          <a:prstGeom prst="straightConnector1">
            <a:avLst/>
          </a:prstGeom>
          <a:noFill/>
          <a:ln cap="flat" cmpd="sng" w="9525">
            <a:solidFill>
              <a:schemeClr val="dk2"/>
            </a:solidFill>
            <a:prstDash val="solid"/>
            <a:round/>
            <a:headEnd len="med" w="med" type="none"/>
            <a:tailEnd len="med" w="med" type="none"/>
          </a:ln>
        </p:spPr>
      </p:cxnSp>
      <p:cxnSp>
        <p:nvCxnSpPr>
          <p:cNvPr id="461" name="Google Shape;461;p25"/>
          <p:cNvCxnSpPr>
            <a:stCxn id="458" idx="0"/>
            <a:endCxn id="438" idx="2"/>
          </p:cNvCxnSpPr>
          <p:nvPr/>
        </p:nvCxnSpPr>
        <p:spPr>
          <a:xfrm flipH="1" rot="10800000">
            <a:off x="4043025" y="4330550"/>
            <a:ext cx="31800" cy="427500"/>
          </a:xfrm>
          <a:prstGeom prst="straightConnector1">
            <a:avLst/>
          </a:prstGeom>
          <a:noFill/>
          <a:ln cap="flat" cmpd="sng" w="9525">
            <a:solidFill>
              <a:schemeClr val="dk2"/>
            </a:solidFill>
            <a:prstDash val="solid"/>
            <a:round/>
            <a:headEnd len="med" w="med" type="none"/>
            <a:tailEnd len="med" w="med" type="none"/>
          </a:ln>
        </p:spPr>
      </p:cxnSp>
      <p:pic>
        <p:nvPicPr>
          <p:cNvPr id="462" name="Google Shape;462;p25"/>
          <p:cNvPicPr preferRelativeResize="0"/>
          <p:nvPr/>
        </p:nvPicPr>
        <p:blipFill rotWithShape="1">
          <a:blip r:embed="rId9">
            <a:alphaModFix/>
          </a:blip>
          <a:srcRect b="0" l="219" r="209" t="0"/>
          <a:stretch/>
        </p:blipFill>
        <p:spPr>
          <a:xfrm>
            <a:off x="2544250" y="4144350"/>
            <a:ext cx="311575" cy="302123"/>
          </a:xfrm>
          <a:prstGeom prst="rect">
            <a:avLst/>
          </a:prstGeom>
          <a:noFill/>
          <a:ln>
            <a:noFill/>
          </a:ln>
        </p:spPr>
      </p:pic>
      <p:pic>
        <p:nvPicPr>
          <p:cNvPr id="463" name="Google Shape;463;p25"/>
          <p:cNvPicPr preferRelativeResize="0"/>
          <p:nvPr/>
        </p:nvPicPr>
        <p:blipFill rotWithShape="1">
          <a:blip r:embed="rId9">
            <a:alphaModFix/>
          </a:blip>
          <a:srcRect b="0" l="219" r="209" t="0"/>
          <a:stretch/>
        </p:blipFill>
        <p:spPr>
          <a:xfrm>
            <a:off x="5324213" y="4312637"/>
            <a:ext cx="311575" cy="302123"/>
          </a:xfrm>
          <a:prstGeom prst="rect">
            <a:avLst/>
          </a:prstGeom>
          <a:noFill/>
          <a:ln>
            <a:noFill/>
          </a:ln>
        </p:spPr>
      </p:pic>
      <p:pic>
        <p:nvPicPr>
          <p:cNvPr id="464" name="Google Shape;464;p25"/>
          <p:cNvPicPr preferRelativeResize="0"/>
          <p:nvPr/>
        </p:nvPicPr>
        <p:blipFill>
          <a:blip r:embed="rId4">
            <a:alphaModFix/>
          </a:blip>
          <a:stretch>
            <a:fillRect/>
          </a:stretch>
        </p:blipFill>
        <p:spPr>
          <a:xfrm>
            <a:off x="2914788" y="4307928"/>
            <a:ext cx="241700" cy="311550"/>
          </a:xfrm>
          <a:prstGeom prst="rect">
            <a:avLst/>
          </a:prstGeom>
          <a:noFill/>
          <a:ln>
            <a:noFill/>
          </a:ln>
        </p:spPr>
      </p:pic>
      <p:pic>
        <p:nvPicPr>
          <p:cNvPr id="465" name="Google Shape;465;p25"/>
          <p:cNvPicPr preferRelativeResize="0"/>
          <p:nvPr/>
        </p:nvPicPr>
        <p:blipFill>
          <a:blip r:embed="rId4">
            <a:alphaModFix/>
          </a:blip>
          <a:stretch>
            <a:fillRect/>
          </a:stretch>
        </p:blipFill>
        <p:spPr>
          <a:xfrm>
            <a:off x="2698613" y="3624490"/>
            <a:ext cx="241700" cy="311550"/>
          </a:xfrm>
          <a:prstGeom prst="rect">
            <a:avLst/>
          </a:prstGeom>
          <a:noFill/>
          <a:ln>
            <a:noFill/>
          </a:ln>
        </p:spPr>
      </p:pic>
      <p:pic>
        <p:nvPicPr>
          <p:cNvPr id="466" name="Google Shape;466;p25"/>
          <p:cNvPicPr preferRelativeResize="0"/>
          <p:nvPr/>
        </p:nvPicPr>
        <p:blipFill>
          <a:blip r:embed="rId4">
            <a:alphaModFix/>
          </a:blip>
          <a:stretch>
            <a:fillRect/>
          </a:stretch>
        </p:blipFill>
        <p:spPr>
          <a:xfrm>
            <a:off x="4973013" y="3744415"/>
            <a:ext cx="241700" cy="311550"/>
          </a:xfrm>
          <a:prstGeom prst="rect">
            <a:avLst/>
          </a:prstGeom>
          <a:noFill/>
          <a:ln>
            <a:noFill/>
          </a:ln>
        </p:spPr>
      </p:pic>
      <p:pic>
        <p:nvPicPr>
          <p:cNvPr id="467" name="Google Shape;467;p25"/>
          <p:cNvPicPr preferRelativeResize="0"/>
          <p:nvPr/>
        </p:nvPicPr>
        <p:blipFill>
          <a:blip r:embed="rId4">
            <a:alphaModFix/>
          </a:blip>
          <a:stretch>
            <a:fillRect/>
          </a:stretch>
        </p:blipFill>
        <p:spPr>
          <a:xfrm>
            <a:off x="4797238" y="4524665"/>
            <a:ext cx="241700" cy="311550"/>
          </a:xfrm>
          <a:prstGeom prst="rect">
            <a:avLst/>
          </a:prstGeom>
          <a:noFill/>
          <a:ln>
            <a:noFill/>
          </a:ln>
        </p:spPr>
      </p:pic>
      <p:cxnSp>
        <p:nvCxnSpPr>
          <p:cNvPr id="468" name="Google Shape;468;p25"/>
          <p:cNvCxnSpPr>
            <a:endCxn id="438" idx="0"/>
          </p:cNvCxnSpPr>
          <p:nvPr/>
        </p:nvCxnSpPr>
        <p:spPr>
          <a:xfrm flipH="1">
            <a:off x="4074950" y="3232499"/>
            <a:ext cx="683100" cy="284100"/>
          </a:xfrm>
          <a:prstGeom prst="straightConnector1">
            <a:avLst/>
          </a:prstGeom>
          <a:noFill/>
          <a:ln cap="flat" cmpd="sng" w="9525">
            <a:solidFill>
              <a:schemeClr val="dk2"/>
            </a:solidFill>
            <a:prstDash val="solid"/>
            <a:round/>
            <a:headEnd len="med" w="med" type="none"/>
            <a:tailEnd len="med" w="med" type="none"/>
          </a:ln>
        </p:spPr>
      </p:cxnSp>
      <p:pic>
        <p:nvPicPr>
          <p:cNvPr id="469" name="Google Shape;469;p25"/>
          <p:cNvPicPr preferRelativeResize="0"/>
          <p:nvPr/>
        </p:nvPicPr>
        <p:blipFill rotWithShape="1">
          <a:blip r:embed="rId9">
            <a:alphaModFix/>
          </a:blip>
          <a:srcRect b="0" l="219" r="209" t="0"/>
          <a:stretch/>
        </p:blipFill>
        <p:spPr>
          <a:xfrm>
            <a:off x="4305450" y="3229000"/>
            <a:ext cx="311575" cy="302123"/>
          </a:xfrm>
          <a:prstGeom prst="rect">
            <a:avLst/>
          </a:prstGeom>
          <a:noFill/>
          <a:ln>
            <a:noFill/>
          </a:ln>
        </p:spPr>
      </p:pic>
      <p:cxnSp>
        <p:nvCxnSpPr>
          <p:cNvPr id="470" name="Google Shape;470;p25"/>
          <p:cNvCxnSpPr>
            <a:stCxn id="455" idx="3"/>
            <a:endCxn id="436" idx="1"/>
          </p:cNvCxnSpPr>
          <p:nvPr/>
        </p:nvCxnSpPr>
        <p:spPr>
          <a:xfrm flipH="1" rot="10800000">
            <a:off x="4064913" y="3105369"/>
            <a:ext cx="501000" cy="7800"/>
          </a:xfrm>
          <a:prstGeom prst="straightConnector1">
            <a:avLst/>
          </a:prstGeom>
          <a:noFill/>
          <a:ln cap="flat" cmpd="sng" w="9525">
            <a:solidFill>
              <a:srgbClr val="2A2A2A"/>
            </a:solidFill>
            <a:prstDash val="dot"/>
            <a:round/>
            <a:headEnd len="med" w="med" type="triangle"/>
            <a:tailEnd len="med" w="med" type="triangle"/>
          </a:ln>
        </p:spPr>
      </p:cxnSp>
      <p:pic>
        <p:nvPicPr>
          <p:cNvPr id="471" name="Google Shape;471;p25"/>
          <p:cNvPicPr preferRelativeResize="0"/>
          <p:nvPr/>
        </p:nvPicPr>
        <p:blipFill>
          <a:blip r:embed="rId18">
            <a:alphaModFix/>
          </a:blip>
          <a:stretch>
            <a:fillRect/>
          </a:stretch>
        </p:blipFill>
        <p:spPr>
          <a:xfrm>
            <a:off x="8292500" y="4341403"/>
            <a:ext cx="790800" cy="790813"/>
          </a:xfrm>
          <a:prstGeom prst="rect">
            <a:avLst/>
          </a:prstGeom>
          <a:noFill/>
          <a:ln>
            <a:noFill/>
          </a:ln>
        </p:spPr>
      </p:pic>
      <p:pic>
        <p:nvPicPr>
          <p:cNvPr id="472" name="Google Shape;472;p25"/>
          <p:cNvPicPr preferRelativeResize="0"/>
          <p:nvPr/>
        </p:nvPicPr>
        <p:blipFill rotWithShape="1">
          <a:blip r:embed="rId19">
            <a:alphaModFix/>
          </a:blip>
          <a:srcRect b="-959" l="0" r="0" t="0"/>
          <a:stretch/>
        </p:blipFill>
        <p:spPr>
          <a:xfrm>
            <a:off x="6605625" y="4092255"/>
            <a:ext cx="915300" cy="1068071"/>
          </a:xfrm>
          <a:prstGeom prst="rect">
            <a:avLst/>
          </a:prstGeom>
          <a:noFill/>
          <a:ln>
            <a:noFill/>
          </a:ln>
        </p:spPr>
      </p:pic>
      <p:pic>
        <p:nvPicPr>
          <p:cNvPr id="473" name="Google Shape;473;p25"/>
          <p:cNvPicPr preferRelativeResize="0"/>
          <p:nvPr/>
        </p:nvPicPr>
        <p:blipFill rotWithShape="1">
          <a:blip r:embed="rId9">
            <a:alphaModFix/>
          </a:blip>
          <a:srcRect b="0" l="219" r="209" t="0"/>
          <a:stretch/>
        </p:blipFill>
        <p:spPr>
          <a:xfrm>
            <a:off x="3934238" y="4393250"/>
            <a:ext cx="311575" cy="302123"/>
          </a:xfrm>
          <a:prstGeom prst="rect">
            <a:avLst/>
          </a:prstGeom>
          <a:noFill/>
          <a:ln>
            <a:noFill/>
          </a:ln>
        </p:spPr>
      </p:pic>
      <p:cxnSp>
        <p:nvCxnSpPr>
          <p:cNvPr id="474" name="Google Shape;474;p25"/>
          <p:cNvCxnSpPr>
            <a:endCxn id="472" idx="1"/>
          </p:cNvCxnSpPr>
          <p:nvPr/>
        </p:nvCxnSpPr>
        <p:spPr>
          <a:xfrm flipH="1" rot="10800000">
            <a:off x="4238925" y="4626290"/>
            <a:ext cx="2366700" cy="297000"/>
          </a:xfrm>
          <a:prstGeom prst="straightConnector1">
            <a:avLst/>
          </a:prstGeom>
          <a:noFill/>
          <a:ln cap="flat" cmpd="sng" w="9525">
            <a:solidFill>
              <a:schemeClr val="dk2"/>
            </a:solidFill>
            <a:prstDash val="solid"/>
            <a:round/>
            <a:headEnd len="med" w="med" type="none"/>
            <a:tailEnd len="med" w="med" type="none"/>
          </a:ln>
        </p:spPr>
      </p:cxnSp>
      <p:pic>
        <p:nvPicPr>
          <p:cNvPr id="475" name="Google Shape;475;p25"/>
          <p:cNvPicPr preferRelativeResize="0"/>
          <p:nvPr/>
        </p:nvPicPr>
        <p:blipFill rotWithShape="1">
          <a:blip r:embed="rId9">
            <a:alphaModFix/>
          </a:blip>
          <a:srcRect b="0" l="219" r="209" t="0"/>
          <a:stretch/>
        </p:blipFill>
        <p:spPr>
          <a:xfrm>
            <a:off x="5991588" y="4521150"/>
            <a:ext cx="311575" cy="302123"/>
          </a:xfrm>
          <a:prstGeom prst="rect">
            <a:avLst/>
          </a:prstGeom>
          <a:noFill/>
          <a:ln>
            <a:noFill/>
          </a:ln>
        </p:spPr>
      </p:pic>
      <p:cxnSp>
        <p:nvCxnSpPr>
          <p:cNvPr id="476" name="Google Shape;476;p25"/>
          <p:cNvCxnSpPr>
            <a:endCxn id="458" idx="3"/>
          </p:cNvCxnSpPr>
          <p:nvPr/>
        </p:nvCxnSpPr>
        <p:spPr>
          <a:xfrm flipH="1">
            <a:off x="4232650" y="3224412"/>
            <a:ext cx="541200" cy="1722000"/>
          </a:xfrm>
          <a:prstGeom prst="straightConnector1">
            <a:avLst/>
          </a:prstGeom>
          <a:noFill/>
          <a:ln cap="flat" cmpd="sng" w="9525">
            <a:solidFill>
              <a:schemeClr val="dk2"/>
            </a:solidFill>
            <a:prstDash val="solid"/>
            <a:round/>
            <a:headEnd len="med" w="med" type="none"/>
            <a:tailEnd len="med" w="med" type="none"/>
          </a:ln>
        </p:spPr>
      </p:cxnSp>
      <p:cxnSp>
        <p:nvCxnSpPr>
          <p:cNvPr id="477" name="Google Shape;477;p25"/>
          <p:cNvCxnSpPr>
            <a:endCxn id="471" idx="1"/>
          </p:cNvCxnSpPr>
          <p:nvPr/>
        </p:nvCxnSpPr>
        <p:spPr>
          <a:xfrm>
            <a:off x="7520900" y="4634509"/>
            <a:ext cx="771600" cy="102300"/>
          </a:xfrm>
          <a:prstGeom prst="straightConnector1">
            <a:avLst/>
          </a:prstGeom>
          <a:noFill/>
          <a:ln cap="flat" cmpd="sng" w="9525">
            <a:solidFill>
              <a:schemeClr val="dk2"/>
            </a:solidFill>
            <a:prstDash val="solid"/>
            <a:round/>
            <a:headEnd len="med" w="med" type="none"/>
            <a:tailEnd len="med" w="med" type="none"/>
          </a:ln>
        </p:spPr>
      </p:cxnSp>
      <p:cxnSp>
        <p:nvCxnSpPr>
          <p:cNvPr id="478" name="Google Shape;478;p25"/>
          <p:cNvCxnSpPr>
            <a:endCxn id="434" idx="1"/>
          </p:cNvCxnSpPr>
          <p:nvPr/>
        </p:nvCxnSpPr>
        <p:spPr>
          <a:xfrm>
            <a:off x="5725413" y="3326716"/>
            <a:ext cx="239700" cy="228300"/>
          </a:xfrm>
          <a:prstGeom prst="straightConnector1">
            <a:avLst/>
          </a:prstGeom>
          <a:noFill/>
          <a:ln cap="flat" cmpd="sng" w="9525">
            <a:solidFill>
              <a:schemeClr val="dk2"/>
            </a:solidFill>
            <a:prstDash val="solid"/>
            <a:round/>
            <a:headEnd len="med" w="med" type="none"/>
            <a:tailEnd len="med" w="med" type="none"/>
          </a:ln>
        </p:spPr>
      </p:cxnSp>
      <p:pic>
        <p:nvPicPr>
          <p:cNvPr id="479" name="Google Shape;479;p25"/>
          <p:cNvPicPr preferRelativeResize="0"/>
          <p:nvPr/>
        </p:nvPicPr>
        <p:blipFill rotWithShape="1">
          <a:blip r:embed="rId9">
            <a:alphaModFix/>
          </a:blip>
          <a:srcRect b="0" l="219" r="209" t="0"/>
          <a:stretch/>
        </p:blipFill>
        <p:spPr>
          <a:xfrm>
            <a:off x="4483600" y="3597737"/>
            <a:ext cx="311575" cy="302123"/>
          </a:xfrm>
          <a:prstGeom prst="rect">
            <a:avLst/>
          </a:prstGeom>
          <a:noFill/>
          <a:ln>
            <a:noFill/>
          </a:ln>
        </p:spPr>
      </p:pic>
      <p:pic>
        <p:nvPicPr>
          <p:cNvPr id="480" name="Google Shape;480;p25"/>
          <p:cNvPicPr preferRelativeResize="0"/>
          <p:nvPr/>
        </p:nvPicPr>
        <p:blipFill rotWithShape="1">
          <a:blip r:embed="rId11">
            <a:alphaModFix/>
          </a:blip>
          <a:srcRect b="416" l="0" r="0" t="426"/>
          <a:stretch/>
        </p:blipFill>
        <p:spPr>
          <a:xfrm>
            <a:off x="2066689" y="4758042"/>
            <a:ext cx="379273" cy="278874"/>
          </a:xfrm>
          <a:prstGeom prst="rect">
            <a:avLst/>
          </a:prstGeom>
          <a:noFill/>
          <a:ln>
            <a:noFill/>
          </a:ln>
        </p:spPr>
      </p:pic>
      <p:cxnSp>
        <p:nvCxnSpPr>
          <p:cNvPr id="481" name="Google Shape;481;p25"/>
          <p:cNvCxnSpPr>
            <a:endCxn id="458" idx="1"/>
          </p:cNvCxnSpPr>
          <p:nvPr/>
        </p:nvCxnSpPr>
        <p:spPr>
          <a:xfrm>
            <a:off x="2445800" y="4891812"/>
            <a:ext cx="1407600" cy="54600"/>
          </a:xfrm>
          <a:prstGeom prst="straightConnector1">
            <a:avLst/>
          </a:prstGeom>
          <a:noFill/>
          <a:ln cap="flat" cmpd="sng" w="9525">
            <a:solidFill>
              <a:schemeClr val="dk2"/>
            </a:solidFill>
            <a:prstDash val="solid"/>
            <a:round/>
            <a:headEnd len="med" w="med" type="none"/>
            <a:tailEnd len="med" w="med" type="none"/>
          </a:ln>
        </p:spPr>
      </p:cxnSp>
      <p:pic>
        <p:nvPicPr>
          <p:cNvPr id="482" name="Google Shape;482;p25"/>
          <p:cNvPicPr preferRelativeResize="0"/>
          <p:nvPr/>
        </p:nvPicPr>
        <p:blipFill rotWithShape="1">
          <a:blip r:embed="rId9">
            <a:alphaModFix/>
          </a:blip>
          <a:srcRect b="0" l="219" r="209" t="0"/>
          <a:stretch/>
        </p:blipFill>
        <p:spPr>
          <a:xfrm>
            <a:off x="2636688" y="4746425"/>
            <a:ext cx="311575" cy="302123"/>
          </a:xfrm>
          <a:prstGeom prst="rect">
            <a:avLst/>
          </a:prstGeom>
          <a:noFill/>
          <a:ln>
            <a:noFill/>
          </a:ln>
        </p:spPr>
      </p:pic>
      <p:pic>
        <p:nvPicPr>
          <p:cNvPr id="483" name="Google Shape;483;p25"/>
          <p:cNvPicPr preferRelativeResize="0"/>
          <p:nvPr/>
        </p:nvPicPr>
        <p:blipFill>
          <a:blip r:embed="rId4">
            <a:alphaModFix/>
          </a:blip>
          <a:stretch>
            <a:fillRect/>
          </a:stretch>
        </p:blipFill>
        <p:spPr>
          <a:xfrm>
            <a:off x="3028825" y="4790640"/>
            <a:ext cx="241700" cy="311550"/>
          </a:xfrm>
          <a:prstGeom prst="rect">
            <a:avLst/>
          </a:prstGeom>
          <a:noFill/>
          <a:ln>
            <a:noFill/>
          </a:ln>
        </p:spPr>
      </p:pic>
      <p:cxnSp>
        <p:nvCxnSpPr>
          <p:cNvPr id="484" name="Google Shape;484;p25"/>
          <p:cNvCxnSpPr>
            <a:endCxn id="480" idx="1"/>
          </p:cNvCxnSpPr>
          <p:nvPr/>
        </p:nvCxnSpPr>
        <p:spPr>
          <a:xfrm>
            <a:off x="1132789" y="4844079"/>
            <a:ext cx="933900" cy="53400"/>
          </a:xfrm>
          <a:prstGeom prst="straightConnector1">
            <a:avLst/>
          </a:prstGeom>
          <a:noFill/>
          <a:ln cap="flat" cmpd="sng" w="9525">
            <a:solidFill>
              <a:srgbClr val="2A2A2A"/>
            </a:solidFill>
            <a:prstDash val="dot"/>
            <a:round/>
            <a:headEnd len="med" w="med" type="triangle"/>
            <a:tailEnd len="med" w="med" type="triangle"/>
          </a:ln>
        </p:spPr>
      </p:cxnSp>
      <p:pic>
        <p:nvPicPr>
          <p:cNvPr id="485" name="Google Shape;485;p25"/>
          <p:cNvPicPr preferRelativeResize="0"/>
          <p:nvPr/>
        </p:nvPicPr>
        <p:blipFill>
          <a:blip r:embed="rId17">
            <a:alphaModFix/>
          </a:blip>
          <a:stretch>
            <a:fillRect/>
          </a:stretch>
        </p:blipFill>
        <p:spPr>
          <a:xfrm>
            <a:off x="731662" y="4644937"/>
            <a:ext cx="437850" cy="437863"/>
          </a:xfrm>
          <a:prstGeom prst="rect">
            <a:avLst/>
          </a:prstGeom>
          <a:noFill/>
          <a:ln>
            <a:noFill/>
          </a:ln>
        </p:spPr>
      </p:pic>
      <p:pic>
        <p:nvPicPr>
          <p:cNvPr id="486" name="Google Shape;486;p25"/>
          <p:cNvPicPr preferRelativeResize="0"/>
          <p:nvPr/>
        </p:nvPicPr>
        <p:blipFill>
          <a:blip r:embed="rId6">
            <a:alphaModFix/>
          </a:blip>
          <a:stretch>
            <a:fillRect/>
          </a:stretch>
        </p:blipFill>
        <p:spPr>
          <a:xfrm>
            <a:off x="3052087" y="3614075"/>
            <a:ext cx="400200" cy="388075"/>
          </a:xfrm>
          <a:prstGeom prst="rect">
            <a:avLst/>
          </a:prstGeom>
          <a:noFill/>
          <a:ln>
            <a:noFill/>
          </a:ln>
        </p:spPr>
      </p:pic>
      <p:pic>
        <p:nvPicPr>
          <p:cNvPr id="487" name="Google Shape;487;p25"/>
          <p:cNvPicPr preferRelativeResize="0"/>
          <p:nvPr/>
        </p:nvPicPr>
        <p:blipFill>
          <a:blip r:embed="rId6">
            <a:alphaModFix/>
          </a:blip>
          <a:stretch>
            <a:fillRect/>
          </a:stretch>
        </p:blipFill>
        <p:spPr>
          <a:xfrm>
            <a:off x="5904600" y="3723950"/>
            <a:ext cx="400200" cy="3880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26"/>
          <p:cNvSpPr txBox="1"/>
          <p:nvPr/>
        </p:nvSpPr>
        <p:spPr>
          <a:xfrm>
            <a:off x="912300" y="817925"/>
            <a:ext cx="7243500" cy="390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	Network Redesign</a:t>
            </a:r>
            <a:endParaRPr sz="1000">
              <a:solidFill>
                <a:schemeClr val="dk2"/>
              </a:solidFill>
            </a:endParaRPr>
          </a:p>
          <a:p>
            <a:pPr indent="0" lvl="0" marL="0" rtl="0" algn="l">
              <a:spcBef>
                <a:spcPts val="0"/>
              </a:spcBef>
              <a:spcAft>
                <a:spcPts val="0"/>
              </a:spcAft>
              <a:buNone/>
            </a:pPr>
            <a:r>
              <a:rPr lang="en" sz="1000">
                <a:solidFill>
                  <a:schemeClr val="dk2"/>
                </a:solidFill>
              </a:rPr>
              <a:t>This network is best improved by first replacing each wired connection on the entire network with high speed ethernet cable.  Faster fiber cable being ran from the data center to the main branching </a:t>
            </a:r>
            <a:r>
              <a:rPr lang="en" sz="1000">
                <a:solidFill>
                  <a:schemeClr val="dk2"/>
                </a:solidFill>
              </a:rPr>
              <a:t>routers, including the wifi router redundancy network</a:t>
            </a:r>
            <a:r>
              <a:rPr lang="en" sz="1000">
                <a:solidFill>
                  <a:schemeClr val="dk2"/>
                </a:solidFill>
              </a:rPr>
              <a:t> </a:t>
            </a:r>
            <a:endParaRPr sz="1000">
              <a:solidFill>
                <a:schemeClr val="dk2"/>
              </a:solidFill>
            </a:endParaRPr>
          </a:p>
          <a:p>
            <a:pPr indent="-292100" lvl="0" marL="457200" rtl="0" algn="l">
              <a:spcBef>
                <a:spcPts val="0"/>
              </a:spcBef>
              <a:spcAft>
                <a:spcPts val="0"/>
              </a:spcAft>
              <a:buClr>
                <a:schemeClr val="dk2"/>
              </a:buClr>
              <a:buSzPts val="1000"/>
              <a:buAutoNum type="arabicPeriod"/>
            </a:pPr>
            <a:r>
              <a:rPr lang="en" sz="1000">
                <a:solidFill>
                  <a:schemeClr val="dk2"/>
                </a:solidFill>
              </a:rPr>
              <a:t>Rework the endpoints in the buildings into a mesh network with a switch centerpoint to direct network traffic.  They will be set up with EDRs and traffic monitors.</a:t>
            </a:r>
            <a:endParaRPr sz="1000">
              <a:solidFill>
                <a:schemeClr val="dk2"/>
              </a:solidFill>
            </a:endParaRPr>
          </a:p>
          <a:p>
            <a:pPr indent="-292100" lvl="0" marL="457200" rtl="0" algn="l">
              <a:spcBef>
                <a:spcPts val="0"/>
              </a:spcBef>
              <a:spcAft>
                <a:spcPts val="0"/>
              </a:spcAft>
              <a:buClr>
                <a:schemeClr val="dk2"/>
              </a:buClr>
              <a:buSzPts val="1000"/>
              <a:buAutoNum type="arabicPeriod"/>
            </a:pPr>
            <a:r>
              <a:rPr lang="en" sz="1000">
                <a:solidFill>
                  <a:schemeClr val="dk2"/>
                </a:solidFill>
              </a:rPr>
              <a:t>Separate out the phones, IoT devices, wifi routers,and printers.</a:t>
            </a:r>
            <a:endParaRPr sz="1000">
              <a:solidFill>
                <a:schemeClr val="dk2"/>
              </a:solidFill>
            </a:endParaRPr>
          </a:p>
          <a:p>
            <a:pPr indent="-292100" lvl="0" marL="457200" rtl="0" algn="l">
              <a:spcBef>
                <a:spcPts val="0"/>
              </a:spcBef>
              <a:spcAft>
                <a:spcPts val="0"/>
              </a:spcAft>
              <a:buClr>
                <a:schemeClr val="dk2"/>
              </a:buClr>
              <a:buSzPts val="1000"/>
              <a:buAutoNum type="arabicPeriod"/>
            </a:pPr>
            <a:r>
              <a:rPr lang="en" sz="1000">
                <a:solidFill>
                  <a:schemeClr val="dk2"/>
                </a:solidFill>
              </a:rPr>
              <a:t>The Wifi routers will have a guest network for the office staff to access the internet.</a:t>
            </a:r>
            <a:endParaRPr sz="1000">
              <a:solidFill>
                <a:schemeClr val="dk2"/>
              </a:solidFill>
            </a:endParaRPr>
          </a:p>
          <a:p>
            <a:pPr indent="-292100" lvl="0" marL="457200" rtl="0" algn="l">
              <a:spcBef>
                <a:spcPts val="0"/>
              </a:spcBef>
              <a:spcAft>
                <a:spcPts val="0"/>
              </a:spcAft>
              <a:buClr>
                <a:schemeClr val="dk2"/>
              </a:buClr>
              <a:buSzPts val="1000"/>
              <a:buAutoNum type="arabicPeriod"/>
            </a:pPr>
            <a:r>
              <a:rPr lang="en" sz="1000">
                <a:solidFill>
                  <a:schemeClr val="dk2"/>
                </a:solidFill>
              </a:rPr>
              <a:t>The Wifi access points in the diagram will act primarily as a redundancy network for access to every point of the network in case the wired network becomes compromised.  It will allow the local building networks to access the data center and the cloud service network in case data needs to be pulled wirelessly or monitored in the event of a physical compromise or a digital attack so that threats and problems can be worked on remotely.</a:t>
            </a:r>
            <a:endParaRPr sz="1000">
              <a:solidFill>
                <a:schemeClr val="dk2"/>
              </a:solidFill>
            </a:endParaRPr>
          </a:p>
          <a:p>
            <a:pPr indent="-292100" lvl="0" marL="457200" rtl="0" algn="l">
              <a:spcBef>
                <a:spcPts val="0"/>
              </a:spcBef>
              <a:spcAft>
                <a:spcPts val="0"/>
              </a:spcAft>
              <a:buClr>
                <a:schemeClr val="dk2"/>
              </a:buClr>
              <a:buSzPts val="1000"/>
              <a:buAutoNum type="arabicPeriod"/>
            </a:pPr>
            <a:r>
              <a:rPr lang="en" sz="1000">
                <a:solidFill>
                  <a:schemeClr val="dk2"/>
                </a:solidFill>
              </a:rPr>
              <a:t>The data center wont be the center of the network but will be in a </a:t>
            </a:r>
            <a:r>
              <a:rPr lang="en" sz="1000">
                <a:solidFill>
                  <a:schemeClr val="dk2"/>
                </a:solidFill>
              </a:rPr>
              <a:t>centralized</a:t>
            </a:r>
            <a:r>
              <a:rPr lang="en" sz="1000">
                <a:solidFill>
                  <a:schemeClr val="dk2"/>
                </a:solidFill>
              </a:rPr>
              <a:t> location and protected on all sides of the main wired router by firewalls and traffic monitors.  It will also have access to a cloud services network that is a backup to itself.</a:t>
            </a:r>
            <a:endParaRPr sz="1000">
              <a:solidFill>
                <a:schemeClr val="dk2"/>
              </a:solidFill>
            </a:endParaRPr>
          </a:p>
          <a:p>
            <a:pPr indent="-292100" lvl="0" marL="457200" rtl="0" algn="l">
              <a:spcBef>
                <a:spcPts val="0"/>
              </a:spcBef>
              <a:spcAft>
                <a:spcPts val="0"/>
              </a:spcAft>
              <a:buClr>
                <a:schemeClr val="dk2"/>
              </a:buClr>
              <a:buSzPts val="1000"/>
              <a:buAutoNum type="arabicPeriod"/>
            </a:pPr>
            <a:r>
              <a:rPr lang="en" sz="1000">
                <a:solidFill>
                  <a:schemeClr val="dk2"/>
                </a:solidFill>
              </a:rPr>
              <a:t>Each hop on the network will also have firewalls watching traffic entering and exiting the hop.  </a:t>
            </a:r>
            <a:endParaRPr sz="1000">
              <a:solidFill>
                <a:schemeClr val="dk2"/>
              </a:solidFill>
            </a:endParaRPr>
          </a:p>
          <a:p>
            <a:pPr indent="-292100" lvl="0" marL="457200" rtl="0" algn="l">
              <a:spcBef>
                <a:spcPts val="0"/>
              </a:spcBef>
              <a:spcAft>
                <a:spcPts val="0"/>
              </a:spcAft>
              <a:buClr>
                <a:schemeClr val="dk2"/>
              </a:buClr>
              <a:buSzPts val="1000"/>
              <a:buAutoNum type="arabicPeriod"/>
            </a:pPr>
            <a:r>
              <a:rPr lang="en" sz="1000">
                <a:solidFill>
                  <a:schemeClr val="dk2"/>
                </a:solidFill>
              </a:rPr>
              <a:t>The traffic leaving and entering the main </a:t>
            </a:r>
            <a:r>
              <a:rPr lang="en" sz="1000">
                <a:solidFill>
                  <a:schemeClr val="dk2"/>
                </a:solidFill>
              </a:rPr>
              <a:t>router</a:t>
            </a:r>
            <a:r>
              <a:rPr lang="en" sz="1000">
                <a:solidFill>
                  <a:schemeClr val="dk2"/>
                </a:solidFill>
              </a:rPr>
              <a:t> at the bottom will be firewalled as well to block malicious threats entering the network and block sensitive data from leaving the data center.</a:t>
            </a:r>
            <a:endParaRPr sz="1000">
              <a:solidFill>
                <a:schemeClr val="dk2"/>
              </a:solidFill>
            </a:endParaRPr>
          </a:p>
          <a:p>
            <a:pPr indent="0" lvl="0" marL="457200" rtl="0" algn="l">
              <a:spcBef>
                <a:spcPts val="0"/>
              </a:spcBef>
              <a:spcAft>
                <a:spcPts val="0"/>
              </a:spcAft>
              <a:buNone/>
            </a:pPr>
            <a:r>
              <a:t/>
            </a:r>
            <a:endParaRPr sz="1000">
              <a:solidFill>
                <a:schemeClr val="dk2"/>
              </a:solidFill>
            </a:endParaRPr>
          </a:p>
          <a:p>
            <a:pPr indent="0" lvl="0" marL="457200" rtl="0" algn="l">
              <a:spcBef>
                <a:spcPts val="0"/>
              </a:spcBef>
              <a:spcAft>
                <a:spcPts val="0"/>
              </a:spcAft>
              <a:buNone/>
            </a:pPr>
            <a:r>
              <a:rPr lang="en" sz="1000">
                <a:solidFill>
                  <a:schemeClr val="dk2"/>
                </a:solidFill>
              </a:rPr>
              <a:t>These improvements will ultimately be put in place to maximize security, allow for accessibility </a:t>
            </a:r>
            <a:r>
              <a:rPr lang="en" sz="1000">
                <a:solidFill>
                  <a:schemeClr val="dk2"/>
                </a:solidFill>
              </a:rPr>
              <a:t>across</a:t>
            </a:r>
            <a:r>
              <a:rPr lang="en" sz="1000">
                <a:solidFill>
                  <a:schemeClr val="dk2"/>
                </a:solidFill>
              </a:rPr>
              <a:t> every department, increase overall speed, and allow for multiple ways for troubleshooting threats or breakdowns of any hop of the network.</a:t>
            </a:r>
            <a:endParaRPr sz="10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